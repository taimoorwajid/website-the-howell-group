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charts/chart1.xml" ContentType="application/vnd.openxmlformats-officedocument.drawingml.char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8" r:id="rId1"/>
  </p:sldMasterIdLst>
  <p:notesMasterIdLst>
    <p:notesMasterId r:id="rId16"/>
  </p:notesMasterIdLst>
  <p:sldIdLst>
    <p:sldId id="256" r:id="rId2"/>
    <p:sldId id="257" r:id="rId3"/>
    <p:sldId id="260" r:id="rId4"/>
    <p:sldId id="262" r:id="rId5"/>
    <p:sldId id="261" r:id="rId6"/>
    <p:sldId id="268" r:id="rId7"/>
    <p:sldId id="258" r:id="rId8"/>
    <p:sldId id="259" r:id="rId9"/>
    <p:sldId id="263" r:id="rId10"/>
    <p:sldId id="264" r:id="rId11"/>
    <p:sldId id="265" r:id="rId12"/>
    <p:sldId id="266" r:id="rId13"/>
    <p:sldId id="267" r:id="rId14"/>
    <p:sldId id="269" r:id="rId15"/>
  </p:sldIdLst>
  <p:sldSz cx="15544800" cy="10058400"/>
  <p:notesSz cx="9601200" cy="150876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57D9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6" autoAdjust="0"/>
    <p:restoredTop sz="94660"/>
  </p:normalViewPr>
  <p:slideViewPr>
    <p:cSldViewPr snapToGrid="0">
      <p:cViewPr varScale="1">
        <p:scale>
          <a:sx n="79" d="100"/>
          <a:sy n="79" d="100"/>
        </p:scale>
        <p:origin x="1325"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sz="1931" b="1" i="0" u="none" strike="noStrike" baseline="0">
                <a:solidFill>
                  <a:srgbClr val="1F497D"/>
                </a:solidFill>
                <a:latin typeface="Arial Narrow"/>
                <a:ea typeface="Arial Narrow"/>
                <a:cs typeface="Arial Narrow"/>
              </a:defRPr>
            </a:pPr>
            <a:r>
              <a:rPr lang="en-US"/>
              <a:t> </a:t>
            </a:r>
          </a:p>
        </c:rich>
      </c:tx>
      <c:layout>
        <c:manualLayout>
          <c:xMode val="edge"/>
          <c:yMode val="edge"/>
          <c:x val="0.49408670372896302"/>
          <c:y val="1.9851116625310174E-2"/>
        </c:manualLayout>
      </c:layout>
      <c:overlay val="0"/>
      <c:spPr>
        <a:noFill/>
        <a:ln w="20437">
          <a:noFill/>
        </a:ln>
      </c:spPr>
    </c:title>
    <c:autoTitleDeleted val="0"/>
    <c:view3D>
      <c:rotX val="50"/>
      <c:rotY val="0"/>
      <c:rAngAx val="0"/>
      <c:perspective val="0"/>
    </c:view3D>
    <c:floor>
      <c:thickness val="0"/>
    </c:floor>
    <c:sideWall>
      <c:thickness val="0"/>
    </c:sideWall>
    <c:backWall>
      <c:thickness val="0"/>
    </c:backWall>
    <c:plotArea>
      <c:layout>
        <c:manualLayout>
          <c:layoutTarget val="inner"/>
          <c:xMode val="edge"/>
          <c:yMode val="edge"/>
          <c:x val="1.3140604467805532E-3"/>
          <c:y val="2.4813895781637743E-3"/>
          <c:w val="0.61760840998685962"/>
          <c:h val="1"/>
        </c:manualLayout>
      </c:layout>
      <c:pie3DChart>
        <c:varyColors val="0"/>
        <c:ser>
          <c:idx val="0"/>
          <c:order val="0"/>
          <c:tx>
            <c:strRef>
              <c:f>Sheet1!$A$2</c:f>
              <c:strCache>
                <c:ptCount val="1"/>
                <c:pt idx="0">
                  <c:v>Predominant Issues</c:v>
                </c:pt>
              </c:strCache>
            </c:strRef>
          </c:tx>
          <c:spPr>
            <a:solidFill>
              <a:srgbClr val="4F81BD"/>
            </a:solidFill>
            <a:ln w="20437">
              <a:noFill/>
            </a:ln>
          </c:spPr>
          <c:explosion val="25"/>
          <c:dPt>
            <c:idx val="1"/>
            <c:bubble3D val="0"/>
            <c:spPr>
              <a:solidFill>
                <a:srgbClr val="C0504D"/>
              </a:solidFill>
              <a:ln w="20437">
                <a:noFill/>
              </a:ln>
            </c:spPr>
            <c:extLst>
              <c:ext xmlns:c16="http://schemas.microsoft.com/office/drawing/2014/chart" uri="{C3380CC4-5D6E-409C-BE32-E72D297353CC}">
                <c16:uniqueId val="{00000000-53A1-4CB0-AA64-7C5EC31C722F}"/>
              </c:ext>
            </c:extLst>
          </c:dPt>
          <c:dPt>
            <c:idx val="2"/>
            <c:bubble3D val="0"/>
            <c:spPr>
              <a:solidFill>
                <a:srgbClr val="9BBB59"/>
              </a:solidFill>
              <a:ln w="20437">
                <a:noFill/>
              </a:ln>
            </c:spPr>
            <c:extLst>
              <c:ext xmlns:c16="http://schemas.microsoft.com/office/drawing/2014/chart" uri="{C3380CC4-5D6E-409C-BE32-E72D297353CC}">
                <c16:uniqueId val="{00000001-53A1-4CB0-AA64-7C5EC31C722F}"/>
              </c:ext>
            </c:extLst>
          </c:dPt>
          <c:dPt>
            <c:idx val="3"/>
            <c:bubble3D val="0"/>
            <c:spPr>
              <a:solidFill>
                <a:srgbClr val="8064A2"/>
              </a:solidFill>
              <a:ln w="20437">
                <a:noFill/>
              </a:ln>
            </c:spPr>
            <c:extLst>
              <c:ext xmlns:c16="http://schemas.microsoft.com/office/drawing/2014/chart" uri="{C3380CC4-5D6E-409C-BE32-E72D297353CC}">
                <c16:uniqueId val="{00000002-53A1-4CB0-AA64-7C5EC31C722F}"/>
              </c:ext>
            </c:extLst>
          </c:dPt>
          <c:dPt>
            <c:idx val="4"/>
            <c:bubble3D val="0"/>
            <c:spPr>
              <a:solidFill>
                <a:srgbClr val="4BACC6"/>
              </a:solidFill>
              <a:ln w="20437">
                <a:noFill/>
              </a:ln>
            </c:spPr>
            <c:extLst>
              <c:ext xmlns:c16="http://schemas.microsoft.com/office/drawing/2014/chart" uri="{C3380CC4-5D6E-409C-BE32-E72D297353CC}">
                <c16:uniqueId val="{00000003-53A1-4CB0-AA64-7C5EC31C722F}"/>
              </c:ext>
            </c:extLst>
          </c:dPt>
          <c:dPt>
            <c:idx val="5"/>
            <c:bubble3D val="0"/>
            <c:explosion val="18"/>
            <c:spPr>
              <a:solidFill>
                <a:srgbClr val="F79646"/>
              </a:solidFill>
              <a:ln w="20437">
                <a:noFill/>
              </a:ln>
            </c:spPr>
            <c:extLst>
              <c:ext xmlns:c16="http://schemas.microsoft.com/office/drawing/2014/chart" uri="{C3380CC4-5D6E-409C-BE32-E72D297353CC}">
                <c16:uniqueId val="{00000004-53A1-4CB0-AA64-7C5EC31C722F}"/>
              </c:ext>
            </c:extLst>
          </c:dPt>
          <c:cat>
            <c:strRef>
              <c:f>Sheet1!$B$1:$G$1</c:f>
              <c:strCache>
                <c:ptCount val="6"/>
                <c:pt idx="0">
                  <c:v>(31%)Teamwork</c:v>
                </c:pt>
                <c:pt idx="1">
                  <c:v>(21%) Experience</c:v>
                </c:pt>
                <c:pt idx="2">
                  <c:v>(16%) Costs</c:v>
                </c:pt>
                <c:pt idx="3">
                  <c:v>(13%) Trust</c:v>
                </c:pt>
                <c:pt idx="4">
                  <c:v>(10%) Contracts</c:v>
                </c:pt>
                <c:pt idx="5">
                  <c:v>(9%) Regulations</c:v>
                </c:pt>
              </c:strCache>
            </c:strRef>
          </c:cat>
          <c:val>
            <c:numRef>
              <c:f>Sheet1!$B$2:$G$2</c:f>
              <c:numCache>
                <c:formatCode>General</c:formatCode>
                <c:ptCount val="6"/>
                <c:pt idx="0">
                  <c:v>31</c:v>
                </c:pt>
                <c:pt idx="1">
                  <c:v>21</c:v>
                </c:pt>
                <c:pt idx="2">
                  <c:v>16</c:v>
                </c:pt>
                <c:pt idx="3">
                  <c:v>13</c:v>
                </c:pt>
                <c:pt idx="4">
                  <c:v>10</c:v>
                </c:pt>
                <c:pt idx="5">
                  <c:v>9</c:v>
                </c:pt>
              </c:numCache>
            </c:numRef>
          </c:val>
          <c:extLst>
            <c:ext xmlns:c16="http://schemas.microsoft.com/office/drawing/2014/chart" uri="{C3380CC4-5D6E-409C-BE32-E72D297353CC}">
              <c16:uniqueId val="{00000005-53A1-4CB0-AA64-7C5EC31C722F}"/>
            </c:ext>
          </c:extLst>
        </c:ser>
        <c:dLbls>
          <c:showLegendKey val="0"/>
          <c:showVal val="0"/>
          <c:showCatName val="0"/>
          <c:showSerName val="0"/>
          <c:showPercent val="0"/>
          <c:showBubbleSize val="0"/>
          <c:showLeaderLines val="1"/>
        </c:dLbls>
      </c:pie3DChart>
      <c:spPr>
        <a:noFill/>
        <a:ln w="20412">
          <a:noFill/>
        </a:ln>
      </c:spPr>
    </c:plotArea>
    <c:legend>
      <c:legendPos val="r"/>
      <c:legendEntry>
        <c:idx val="0"/>
        <c:txPr>
          <a:bodyPr/>
          <a:lstStyle/>
          <a:p>
            <a:pPr>
              <a:defRPr sz="1480" b="0" i="0" u="none" strike="noStrike" baseline="0">
                <a:solidFill>
                  <a:schemeClr val="bg1"/>
                </a:solidFill>
                <a:latin typeface="Arial Narrow"/>
                <a:ea typeface="Arial Narrow"/>
                <a:cs typeface="Arial Narrow"/>
              </a:defRPr>
            </a:pPr>
            <a:endParaRPr lang="en-US"/>
          </a:p>
        </c:txPr>
      </c:legendEntry>
      <c:legendEntry>
        <c:idx val="1"/>
        <c:txPr>
          <a:bodyPr/>
          <a:lstStyle/>
          <a:p>
            <a:pPr>
              <a:defRPr sz="1480" b="0" i="0" u="none" strike="noStrike" baseline="0">
                <a:solidFill>
                  <a:schemeClr val="bg1"/>
                </a:solidFill>
                <a:latin typeface="Arial Narrow"/>
                <a:ea typeface="Arial Narrow"/>
                <a:cs typeface="Arial Narrow"/>
              </a:defRPr>
            </a:pPr>
            <a:endParaRPr lang="en-US"/>
          </a:p>
        </c:txPr>
      </c:legendEntry>
      <c:legendEntry>
        <c:idx val="2"/>
        <c:txPr>
          <a:bodyPr/>
          <a:lstStyle/>
          <a:p>
            <a:pPr>
              <a:defRPr sz="1480" b="0" i="0" u="none" strike="noStrike" baseline="0">
                <a:solidFill>
                  <a:schemeClr val="bg1"/>
                </a:solidFill>
                <a:latin typeface="Arial Narrow"/>
                <a:ea typeface="Arial Narrow"/>
                <a:cs typeface="Arial Narrow"/>
              </a:defRPr>
            </a:pPr>
            <a:endParaRPr lang="en-US"/>
          </a:p>
        </c:txPr>
      </c:legendEntry>
      <c:legendEntry>
        <c:idx val="3"/>
        <c:txPr>
          <a:bodyPr/>
          <a:lstStyle/>
          <a:p>
            <a:pPr>
              <a:defRPr sz="1480" b="0" i="0" u="none" strike="noStrike" baseline="0">
                <a:solidFill>
                  <a:schemeClr val="bg1"/>
                </a:solidFill>
                <a:latin typeface="Arial Narrow"/>
                <a:ea typeface="Arial Narrow"/>
                <a:cs typeface="Arial Narrow"/>
              </a:defRPr>
            </a:pPr>
            <a:endParaRPr lang="en-US"/>
          </a:p>
        </c:txPr>
      </c:legendEntry>
      <c:legendEntry>
        <c:idx val="4"/>
        <c:txPr>
          <a:bodyPr/>
          <a:lstStyle/>
          <a:p>
            <a:pPr>
              <a:defRPr sz="1480" b="0" i="0" u="none" strike="noStrike" baseline="0">
                <a:solidFill>
                  <a:schemeClr val="bg1"/>
                </a:solidFill>
                <a:latin typeface="Arial Narrow"/>
                <a:ea typeface="Arial Narrow"/>
                <a:cs typeface="Arial Narrow"/>
              </a:defRPr>
            </a:pPr>
            <a:endParaRPr lang="en-US"/>
          </a:p>
        </c:txPr>
      </c:legendEntry>
      <c:legendEntry>
        <c:idx val="5"/>
        <c:txPr>
          <a:bodyPr/>
          <a:lstStyle/>
          <a:p>
            <a:pPr>
              <a:defRPr sz="1480" b="0" i="0" u="none" strike="noStrike" baseline="0">
                <a:solidFill>
                  <a:schemeClr val="bg1"/>
                </a:solidFill>
                <a:latin typeface="Arial Narrow"/>
                <a:ea typeface="Arial Narrow"/>
                <a:cs typeface="Arial Narrow"/>
              </a:defRPr>
            </a:pPr>
            <a:endParaRPr lang="en-US"/>
          </a:p>
        </c:txPr>
      </c:legendEntry>
      <c:layout>
        <c:manualLayout>
          <c:xMode val="edge"/>
          <c:yMode val="edge"/>
          <c:x val="0.71747700828734984"/>
          <c:y val="0.22828784119106699"/>
          <c:w val="0.2785807482726077"/>
          <c:h val="0.56823821339950364"/>
        </c:manualLayout>
      </c:layout>
      <c:overlay val="0"/>
      <c:spPr>
        <a:noFill/>
        <a:ln w="20437">
          <a:noFill/>
        </a:ln>
      </c:spPr>
      <c:txPr>
        <a:bodyPr/>
        <a:lstStyle/>
        <a:p>
          <a:pPr>
            <a:defRPr sz="1480" b="0" i="0" u="none" strike="noStrike" baseline="0">
              <a:solidFill>
                <a:srgbClr val="1F497D"/>
              </a:solidFill>
              <a:latin typeface="Arial Narrow"/>
              <a:ea typeface="Arial Narrow"/>
              <a:cs typeface="Arial Narrow"/>
            </a:defRPr>
          </a:pPr>
          <a:endParaRPr lang="en-US"/>
        </a:p>
      </c:txPr>
    </c:legend>
    <c:plotVisOnly val="1"/>
    <c:dispBlanksAs val="zero"/>
    <c:showDLblsOverMax val="0"/>
  </c:chart>
  <c:spPr>
    <a:noFill/>
    <a:ln>
      <a:noFill/>
    </a:ln>
  </c:spPr>
  <c:txPr>
    <a:bodyPr/>
    <a:lstStyle/>
    <a:p>
      <a:pPr>
        <a:defRPr sz="1607" b="0" i="0" u="none" strike="noStrike" baseline="0">
          <a:solidFill>
            <a:srgbClr val="000000"/>
          </a:solidFill>
          <a:latin typeface="Arial Narrow"/>
          <a:ea typeface="Arial Narrow"/>
          <a:cs typeface="Arial Narrow"/>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3" y="0"/>
            <a:ext cx="4160520" cy="757001"/>
          </a:xfrm>
          <a:prstGeom prst="rect">
            <a:avLst/>
          </a:prstGeom>
        </p:spPr>
        <p:txBody>
          <a:bodyPr vert="horz" lIns="140982" tIns="70490" rIns="140982" bIns="70490" rtlCol="0"/>
          <a:lstStyle>
            <a:lvl1pPr algn="l">
              <a:defRPr sz="2200"/>
            </a:lvl1pPr>
          </a:lstStyle>
          <a:p>
            <a:endParaRPr lang="en-US"/>
          </a:p>
        </p:txBody>
      </p:sp>
      <p:sp>
        <p:nvSpPr>
          <p:cNvPr id="3" name="Date Placeholder 2"/>
          <p:cNvSpPr>
            <a:spLocks noGrp="1"/>
          </p:cNvSpPr>
          <p:nvPr>
            <p:ph type="dt" idx="1"/>
          </p:nvPr>
        </p:nvSpPr>
        <p:spPr>
          <a:xfrm>
            <a:off x="5438462" y="0"/>
            <a:ext cx="4160520" cy="757001"/>
          </a:xfrm>
          <a:prstGeom prst="rect">
            <a:avLst/>
          </a:prstGeom>
        </p:spPr>
        <p:txBody>
          <a:bodyPr vert="horz" lIns="140982" tIns="70490" rIns="140982" bIns="70490" rtlCol="0"/>
          <a:lstStyle>
            <a:lvl1pPr algn="r">
              <a:defRPr sz="2200"/>
            </a:lvl1pPr>
          </a:lstStyle>
          <a:p>
            <a:fld id="{1FCAEA29-C2CD-4B66-9701-48FCD97F2E89}" type="datetimeFigureOut">
              <a:rPr lang="en-US" smtClean="0"/>
              <a:t>7/15/2026</a:t>
            </a:fld>
            <a:endParaRPr lang="en-US"/>
          </a:p>
        </p:txBody>
      </p:sp>
      <p:sp>
        <p:nvSpPr>
          <p:cNvPr id="4" name="Slide Image Placeholder 3"/>
          <p:cNvSpPr>
            <a:spLocks noGrp="1" noRot="1" noChangeAspect="1"/>
          </p:cNvSpPr>
          <p:nvPr>
            <p:ph type="sldImg" idx="2"/>
          </p:nvPr>
        </p:nvSpPr>
        <p:spPr>
          <a:xfrm>
            <a:off x="865188" y="1885950"/>
            <a:ext cx="7870825" cy="5094288"/>
          </a:xfrm>
          <a:prstGeom prst="rect">
            <a:avLst/>
          </a:prstGeom>
          <a:noFill/>
          <a:ln w="12700">
            <a:solidFill>
              <a:prstClr val="black"/>
            </a:solidFill>
          </a:ln>
        </p:spPr>
        <p:txBody>
          <a:bodyPr vert="horz" lIns="140982" tIns="70490" rIns="140982" bIns="70490" rtlCol="0" anchor="ctr"/>
          <a:lstStyle/>
          <a:p>
            <a:endParaRPr lang="en-US"/>
          </a:p>
        </p:txBody>
      </p:sp>
      <p:sp>
        <p:nvSpPr>
          <p:cNvPr id="5" name="Notes Placeholder 4"/>
          <p:cNvSpPr>
            <a:spLocks noGrp="1"/>
          </p:cNvSpPr>
          <p:nvPr>
            <p:ph type="body" sz="quarter" idx="3"/>
          </p:nvPr>
        </p:nvSpPr>
        <p:spPr>
          <a:xfrm>
            <a:off x="960120" y="7260912"/>
            <a:ext cx="7680960" cy="5940740"/>
          </a:xfrm>
          <a:prstGeom prst="rect">
            <a:avLst/>
          </a:prstGeom>
        </p:spPr>
        <p:txBody>
          <a:bodyPr vert="horz" lIns="140982" tIns="70490" rIns="140982" bIns="7049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3" y="14330605"/>
            <a:ext cx="4160520" cy="757001"/>
          </a:xfrm>
          <a:prstGeom prst="rect">
            <a:avLst/>
          </a:prstGeom>
        </p:spPr>
        <p:txBody>
          <a:bodyPr vert="horz" lIns="140982" tIns="70490" rIns="140982" bIns="70490" rtlCol="0" anchor="b"/>
          <a:lstStyle>
            <a:lvl1pPr algn="l">
              <a:defRPr sz="2200"/>
            </a:lvl1pPr>
          </a:lstStyle>
          <a:p>
            <a:endParaRPr lang="en-US"/>
          </a:p>
        </p:txBody>
      </p:sp>
      <p:sp>
        <p:nvSpPr>
          <p:cNvPr id="7" name="Slide Number Placeholder 6"/>
          <p:cNvSpPr>
            <a:spLocks noGrp="1"/>
          </p:cNvSpPr>
          <p:nvPr>
            <p:ph type="sldNum" sz="quarter" idx="5"/>
          </p:nvPr>
        </p:nvSpPr>
        <p:spPr>
          <a:xfrm>
            <a:off x="5438462" y="14330605"/>
            <a:ext cx="4160520" cy="757001"/>
          </a:xfrm>
          <a:prstGeom prst="rect">
            <a:avLst/>
          </a:prstGeom>
        </p:spPr>
        <p:txBody>
          <a:bodyPr vert="horz" lIns="140982" tIns="70490" rIns="140982" bIns="70490" rtlCol="0" anchor="b"/>
          <a:lstStyle>
            <a:lvl1pPr algn="r">
              <a:defRPr sz="2200"/>
            </a:lvl1pPr>
          </a:lstStyle>
          <a:p>
            <a:fld id="{ACA2E308-D27F-49AF-BF05-81CA482A71B7}" type="slidenum">
              <a:rPr lang="en-US" smtClean="0"/>
              <a:t>‹#›</a:t>
            </a:fld>
            <a:endParaRPr lang="en-US"/>
          </a:p>
        </p:txBody>
      </p:sp>
    </p:spTree>
    <p:extLst>
      <p:ext uri="{BB962C8B-B14F-4D97-AF65-F5344CB8AC3E}">
        <p14:creationId xmlns:p14="http://schemas.microsoft.com/office/powerpoint/2010/main" val="2118225711"/>
      </p:ext>
    </p:extLst>
  </p:cSld>
  <p:clrMap bg1="lt1" tx1="dk1" bg2="lt2" tx2="dk2" accent1="accent1" accent2="accent2" accent3="accent3" accent4="accent4" accent5="accent5" accent6="accent6" hlink="hlink" folHlink="folHlink"/>
  <p:notesStyle>
    <a:lvl1pPr marL="0" algn="l" defTabSz="1228954" rtl="0" eaLnBrk="1" latinLnBrk="0" hangingPunct="1">
      <a:defRPr sz="1613" kern="1200">
        <a:solidFill>
          <a:schemeClr val="tx1"/>
        </a:solidFill>
        <a:latin typeface="+mn-lt"/>
        <a:ea typeface="+mn-ea"/>
        <a:cs typeface="+mn-cs"/>
      </a:defRPr>
    </a:lvl1pPr>
    <a:lvl2pPr marL="614477" algn="l" defTabSz="1228954" rtl="0" eaLnBrk="1" latinLnBrk="0" hangingPunct="1">
      <a:defRPr sz="1613" kern="1200">
        <a:solidFill>
          <a:schemeClr val="tx1"/>
        </a:solidFill>
        <a:latin typeface="+mn-lt"/>
        <a:ea typeface="+mn-ea"/>
        <a:cs typeface="+mn-cs"/>
      </a:defRPr>
    </a:lvl2pPr>
    <a:lvl3pPr marL="1228954" algn="l" defTabSz="1228954" rtl="0" eaLnBrk="1" latinLnBrk="0" hangingPunct="1">
      <a:defRPr sz="1613" kern="1200">
        <a:solidFill>
          <a:schemeClr val="tx1"/>
        </a:solidFill>
        <a:latin typeface="+mn-lt"/>
        <a:ea typeface="+mn-ea"/>
        <a:cs typeface="+mn-cs"/>
      </a:defRPr>
    </a:lvl3pPr>
    <a:lvl4pPr marL="1843430" algn="l" defTabSz="1228954" rtl="0" eaLnBrk="1" latinLnBrk="0" hangingPunct="1">
      <a:defRPr sz="1613" kern="1200">
        <a:solidFill>
          <a:schemeClr val="tx1"/>
        </a:solidFill>
        <a:latin typeface="+mn-lt"/>
        <a:ea typeface="+mn-ea"/>
        <a:cs typeface="+mn-cs"/>
      </a:defRPr>
    </a:lvl4pPr>
    <a:lvl5pPr marL="2457907" algn="l" defTabSz="1228954" rtl="0" eaLnBrk="1" latinLnBrk="0" hangingPunct="1">
      <a:defRPr sz="1613" kern="1200">
        <a:solidFill>
          <a:schemeClr val="tx1"/>
        </a:solidFill>
        <a:latin typeface="+mn-lt"/>
        <a:ea typeface="+mn-ea"/>
        <a:cs typeface="+mn-cs"/>
      </a:defRPr>
    </a:lvl5pPr>
    <a:lvl6pPr marL="3072384" algn="l" defTabSz="1228954" rtl="0" eaLnBrk="1" latinLnBrk="0" hangingPunct="1">
      <a:defRPr sz="1613" kern="1200">
        <a:solidFill>
          <a:schemeClr val="tx1"/>
        </a:solidFill>
        <a:latin typeface="+mn-lt"/>
        <a:ea typeface="+mn-ea"/>
        <a:cs typeface="+mn-cs"/>
      </a:defRPr>
    </a:lvl6pPr>
    <a:lvl7pPr marL="3686861" algn="l" defTabSz="1228954" rtl="0" eaLnBrk="1" latinLnBrk="0" hangingPunct="1">
      <a:defRPr sz="1613" kern="1200">
        <a:solidFill>
          <a:schemeClr val="tx1"/>
        </a:solidFill>
        <a:latin typeface="+mn-lt"/>
        <a:ea typeface="+mn-ea"/>
        <a:cs typeface="+mn-cs"/>
      </a:defRPr>
    </a:lvl7pPr>
    <a:lvl8pPr marL="4301338" algn="l" defTabSz="1228954" rtl="0" eaLnBrk="1" latinLnBrk="0" hangingPunct="1">
      <a:defRPr sz="1613" kern="1200">
        <a:solidFill>
          <a:schemeClr val="tx1"/>
        </a:solidFill>
        <a:latin typeface="+mn-lt"/>
        <a:ea typeface="+mn-ea"/>
        <a:cs typeface="+mn-cs"/>
      </a:defRPr>
    </a:lvl8pPr>
    <a:lvl9pPr marL="4915814" algn="l" defTabSz="1228954" rtl="0" eaLnBrk="1" latinLnBrk="0" hangingPunct="1">
      <a:defRPr sz="1613"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7369387" y="1715899"/>
            <a:ext cx="8185220" cy="7324243"/>
            <a:chOff x="4334933" y="1169931"/>
            <a:chExt cx="4814835" cy="4993802"/>
          </a:xfrm>
        </p:grpSpPr>
        <p:cxnSp>
          <p:nvCxnSpPr>
            <p:cNvPr id="17" name="Straight Connector 16"/>
            <p:cNvCxnSpPr/>
            <p:nvPr/>
          </p:nvCxnSpPr>
          <p:spPr>
            <a:xfrm flipH="1">
              <a:off x="6009259" y="1169931"/>
              <a:ext cx="3134741" cy="3134741"/>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9" name="Straight Connector 18"/>
            <p:cNvCxnSpPr/>
            <p:nvPr/>
          </p:nvCxnSpPr>
          <p:spPr>
            <a:xfrm flipH="1">
              <a:off x="4334933" y="1348898"/>
              <a:ext cx="4814835" cy="481483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5225595" y="1469269"/>
              <a:ext cx="3912054" cy="3912054"/>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2" name="Straight Connector 21"/>
            <p:cNvCxnSpPr/>
            <p:nvPr/>
          </p:nvCxnSpPr>
          <p:spPr>
            <a:xfrm flipH="1">
              <a:off x="5304588" y="1307856"/>
              <a:ext cx="3839412" cy="3839412"/>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p:nvCxnSpPr>
          <p:spPr>
            <a:xfrm flipH="1">
              <a:off x="5707078" y="1770196"/>
              <a:ext cx="3430571" cy="3430570"/>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2" name="Title 1"/>
          <p:cNvSpPr>
            <a:spLocks noGrp="1"/>
          </p:cNvSpPr>
          <p:nvPr>
            <p:ph type="ctrTitle"/>
          </p:nvPr>
        </p:nvSpPr>
        <p:spPr>
          <a:xfrm>
            <a:off x="906781" y="782321"/>
            <a:ext cx="10463012" cy="4582161"/>
          </a:xfrm>
        </p:spPr>
        <p:txBody>
          <a:bodyPr anchor="b">
            <a:normAutofit/>
          </a:bodyPr>
          <a:lstStyle>
            <a:lvl1pPr algn="l">
              <a:defRPr sz="6453">
                <a:effectLst/>
              </a:defRPr>
            </a:lvl1pPr>
          </a:lstStyle>
          <a:p>
            <a:r>
              <a:rPr lang="en-US"/>
              <a:t>Click to edit Master title style</a:t>
            </a:r>
            <a:endParaRPr lang="en-US" dirty="0"/>
          </a:p>
        </p:txBody>
      </p:sp>
      <p:sp>
        <p:nvSpPr>
          <p:cNvPr id="3" name="Subtitle 2"/>
          <p:cNvSpPr>
            <a:spLocks noGrp="1"/>
          </p:cNvSpPr>
          <p:nvPr>
            <p:ph type="subTitle" idx="1"/>
          </p:nvPr>
        </p:nvSpPr>
        <p:spPr>
          <a:xfrm>
            <a:off x="906780" y="5637673"/>
            <a:ext cx="8422225" cy="2806417"/>
          </a:xfrm>
        </p:spPr>
        <p:txBody>
          <a:bodyPr anchor="t">
            <a:normAutofit/>
          </a:bodyPr>
          <a:lstStyle>
            <a:lvl1pPr marL="0" indent="0" algn="l">
              <a:buNone/>
              <a:defRPr sz="2933">
                <a:solidFill>
                  <a:schemeClr val="bg2">
                    <a:lumMod val="75000"/>
                  </a:schemeClr>
                </a:solidFill>
              </a:defRPr>
            </a:lvl1pPr>
            <a:lvl2pPr marL="670575" indent="0" algn="ctr">
              <a:buNone/>
              <a:defRPr>
                <a:solidFill>
                  <a:schemeClr val="tx1">
                    <a:tint val="75000"/>
                  </a:schemeClr>
                </a:solidFill>
              </a:defRPr>
            </a:lvl2pPr>
            <a:lvl3pPr marL="1341150" indent="0" algn="ctr">
              <a:buNone/>
              <a:defRPr>
                <a:solidFill>
                  <a:schemeClr val="tx1">
                    <a:tint val="75000"/>
                  </a:schemeClr>
                </a:solidFill>
              </a:defRPr>
            </a:lvl3pPr>
            <a:lvl4pPr marL="2011726" indent="0" algn="ctr">
              <a:buNone/>
              <a:defRPr>
                <a:solidFill>
                  <a:schemeClr val="tx1">
                    <a:tint val="75000"/>
                  </a:schemeClr>
                </a:solidFill>
              </a:defRPr>
            </a:lvl4pPr>
            <a:lvl5pPr marL="2682301" indent="0" algn="ctr">
              <a:buNone/>
              <a:defRPr>
                <a:solidFill>
                  <a:schemeClr val="tx1">
                    <a:tint val="75000"/>
                  </a:schemeClr>
                </a:solidFill>
              </a:defRPr>
            </a:lvl5pPr>
            <a:lvl6pPr marL="3352876" indent="0" algn="ctr">
              <a:buNone/>
              <a:defRPr>
                <a:solidFill>
                  <a:schemeClr val="tx1">
                    <a:tint val="75000"/>
                  </a:schemeClr>
                </a:solidFill>
              </a:defRPr>
            </a:lvl6pPr>
            <a:lvl7pPr marL="4023451" indent="0" algn="ctr">
              <a:buNone/>
              <a:defRPr>
                <a:solidFill>
                  <a:schemeClr val="tx1">
                    <a:tint val="75000"/>
                  </a:schemeClr>
                </a:solidFill>
              </a:defRPr>
            </a:lvl7pPr>
            <a:lvl8pPr marL="4694027" indent="0" algn="ctr">
              <a:buNone/>
              <a:defRPr>
                <a:solidFill>
                  <a:schemeClr val="tx1">
                    <a:tint val="75000"/>
                  </a:schemeClr>
                </a:solidFill>
              </a:defRPr>
            </a:lvl8pPr>
            <a:lvl9pPr marL="5364602"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C5F545C-E5C7-4E4A-913C-FB8387D6338B}" type="datetimeFigureOut">
              <a:rPr lang="en-US" smtClean="0"/>
              <a:t>7/15/2026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706781A-847E-4C36-8991-9BB1721B75C0}" type="slidenum">
              <a:rPr lang="en-US" smtClean="0"/>
              <a:t>‹#›</a:t>
            </a:fld>
            <a:endParaRPr lang="en-US"/>
          </a:p>
        </p:txBody>
      </p:sp>
    </p:spTree>
    <p:extLst>
      <p:ext uri="{BB962C8B-B14F-4D97-AF65-F5344CB8AC3E}">
        <p14:creationId xmlns:p14="http://schemas.microsoft.com/office/powerpoint/2010/main" val="26222167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906781" y="6593840"/>
            <a:ext cx="11143274" cy="2235200"/>
          </a:xfrm>
        </p:spPr>
        <p:txBody>
          <a:bodyPr/>
          <a:lstStyle/>
          <a:p>
            <a:r>
              <a:rPr lang="en-US"/>
              <a:t>Click to edit Master title style</a:t>
            </a:r>
            <a:endParaRPr lang="en-US" dirty="0"/>
          </a:p>
        </p:txBody>
      </p:sp>
      <p:sp>
        <p:nvSpPr>
          <p:cNvPr id="3" name="Content Placeholder 2"/>
          <p:cNvSpPr>
            <a:spLocks noGrp="1"/>
          </p:cNvSpPr>
          <p:nvPr>
            <p:ph idx="1"/>
          </p:nvPr>
        </p:nvSpPr>
        <p:spPr>
          <a:xfrm>
            <a:off x="906781" y="782320"/>
            <a:ext cx="11143274" cy="552591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C5F545C-E5C7-4E4A-913C-FB8387D6338B}" type="datetimeFigureOut">
              <a:rPr lang="en-US" smtClean="0"/>
              <a:t>7/15/2026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706781A-847E-4C36-8991-9BB1721B75C0}" type="slidenum">
              <a:rPr lang="en-US" smtClean="0"/>
              <a:t>‹#›</a:t>
            </a:fld>
            <a:endParaRPr lang="en-US"/>
          </a:p>
        </p:txBody>
      </p:sp>
    </p:spTree>
    <p:extLst>
      <p:ext uri="{BB962C8B-B14F-4D97-AF65-F5344CB8AC3E}">
        <p14:creationId xmlns:p14="http://schemas.microsoft.com/office/powerpoint/2010/main" val="9192234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06780" y="2905759"/>
            <a:ext cx="10884196" cy="3402472"/>
          </a:xfrm>
        </p:spPr>
        <p:txBody>
          <a:bodyPr anchor="b">
            <a:normAutofit/>
          </a:bodyPr>
          <a:lstStyle>
            <a:lvl1pPr algn="l">
              <a:defRPr sz="4693" b="0" cap="all"/>
            </a:lvl1pPr>
          </a:lstStyle>
          <a:p>
            <a:r>
              <a:rPr lang="en-US"/>
              <a:t>Click to edit Master title style</a:t>
            </a:r>
            <a:endParaRPr lang="en-US" dirty="0"/>
          </a:p>
        </p:txBody>
      </p:sp>
      <p:sp>
        <p:nvSpPr>
          <p:cNvPr id="3" name="Text Placeholder 2"/>
          <p:cNvSpPr>
            <a:spLocks noGrp="1"/>
          </p:cNvSpPr>
          <p:nvPr>
            <p:ph type="body" idx="1"/>
          </p:nvPr>
        </p:nvSpPr>
        <p:spPr>
          <a:xfrm>
            <a:off x="906781" y="6581423"/>
            <a:ext cx="10884194" cy="2247618"/>
          </a:xfrm>
        </p:spPr>
        <p:txBody>
          <a:bodyPr anchor="t">
            <a:normAutofit/>
          </a:bodyPr>
          <a:lstStyle>
            <a:lvl1pPr marL="0" indent="0" algn="l">
              <a:buNone/>
              <a:defRPr sz="2640">
                <a:solidFill>
                  <a:schemeClr val="bg2">
                    <a:lumMod val="75000"/>
                  </a:schemeClr>
                </a:solidFill>
              </a:defRPr>
            </a:lvl1pPr>
            <a:lvl2pPr marL="670575" indent="0">
              <a:buNone/>
              <a:defRPr sz="2640">
                <a:solidFill>
                  <a:schemeClr val="tx1">
                    <a:tint val="75000"/>
                  </a:schemeClr>
                </a:solidFill>
              </a:defRPr>
            </a:lvl2pPr>
            <a:lvl3pPr marL="1341150" indent="0">
              <a:buNone/>
              <a:defRPr sz="2347">
                <a:solidFill>
                  <a:schemeClr val="tx1">
                    <a:tint val="75000"/>
                  </a:schemeClr>
                </a:solidFill>
              </a:defRPr>
            </a:lvl3pPr>
            <a:lvl4pPr marL="2011726" indent="0">
              <a:buNone/>
              <a:defRPr sz="2053">
                <a:solidFill>
                  <a:schemeClr val="tx1">
                    <a:tint val="75000"/>
                  </a:schemeClr>
                </a:solidFill>
              </a:defRPr>
            </a:lvl4pPr>
            <a:lvl5pPr marL="2682301" indent="0">
              <a:buNone/>
              <a:defRPr sz="2053">
                <a:solidFill>
                  <a:schemeClr val="tx1">
                    <a:tint val="75000"/>
                  </a:schemeClr>
                </a:solidFill>
              </a:defRPr>
            </a:lvl5pPr>
            <a:lvl6pPr marL="3352876" indent="0">
              <a:buNone/>
              <a:defRPr sz="2053">
                <a:solidFill>
                  <a:schemeClr val="tx1">
                    <a:tint val="75000"/>
                  </a:schemeClr>
                </a:solidFill>
              </a:defRPr>
            </a:lvl6pPr>
            <a:lvl7pPr marL="4023451" indent="0">
              <a:buNone/>
              <a:defRPr sz="2053">
                <a:solidFill>
                  <a:schemeClr val="tx1">
                    <a:tint val="75000"/>
                  </a:schemeClr>
                </a:solidFill>
              </a:defRPr>
            </a:lvl7pPr>
            <a:lvl8pPr marL="4694027" indent="0">
              <a:buNone/>
              <a:defRPr sz="2053">
                <a:solidFill>
                  <a:schemeClr val="tx1">
                    <a:tint val="75000"/>
                  </a:schemeClr>
                </a:solidFill>
              </a:defRPr>
            </a:lvl8pPr>
            <a:lvl9pPr marL="5364602" indent="0">
              <a:buNone/>
              <a:defRPr sz="2053">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C5F545C-E5C7-4E4A-913C-FB8387D6338B}" type="datetimeFigureOut">
              <a:rPr lang="en-US" smtClean="0"/>
              <a:t>7/15/2026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706781A-847E-4C36-8991-9BB1721B75C0}" type="slidenum">
              <a:rPr lang="en-US" smtClean="0"/>
              <a:t>‹#›</a:t>
            </a:fld>
            <a:endParaRPr lang="en-US"/>
          </a:p>
        </p:txBody>
      </p:sp>
    </p:spTree>
    <p:extLst>
      <p:ext uri="{BB962C8B-B14F-4D97-AF65-F5344CB8AC3E}">
        <p14:creationId xmlns:p14="http://schemas.microsoft.com/office/powerpoint/2010/main" val="12040788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906781" y="6593840"/>
            <a:ext cx="11143274" cy="2235200"/>
          </a:xfrm>
        </p:spPr>
        <p:txBody>
          <a:bodyPr>
            <a:normAutofit/>
          </a:bodyPr>
          <a:lstStyle>
            <a:lvl1pPr>
              <a:defRPr sz="4693"/>
            </a:lvl1pPr>
          </a:lstStyle>
          <a:p>
            <a:r>
              <a:rPr lang="en-US"/>
              <a:t>Click to edit Master title style</a:t>
            </a:r>
            <a:endParaRPr lang="en-US" dirty="0"/>
          </a:p>
        </p:txBody>
      </p:sp>
      <p:sp>
        <p:nvSpPr>
          <p:cNvPr id="11" name="Content Placeholder 3"/>
          <p:cNvSpPr>
            <a:spLocks noGrp="1"/>
          </p:cNvSpPr>
          <p:nvPr>
            <p:ph sz="half" idx="13"/>
          </p:nvPr>
        </p:nvSpPr>
        <p:spPr>
          <a:xfrm>
            <a:off x="906781" y="782321"/>
            <a:ext cx="6714944" cy="5525912"/>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Content Placeholder 5"/>
          <p:cNvSpPr>
            <a:spLocks noGrp="1"/>
          </p:cNvSpPr>
          <p:nvPr>
            <p:ph sz="quarter" idx="4"/>
          </p:nvPr>
        </p:nvSpPr>
        <p:spPr>
          <a:xfrm>
            <a:off x="7926015" y="782320"/>
            <a:ext cx="6712005" cy="551349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C5F545C-E5C7-4E4A-913C-FB8387D6338B}" type="datetimeFigureOut">
              <a:rPr lang="en-US" smtClean="0"/>
              <a:t>7/15/2026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706781A-847E-4C36-8991-9BB1721B75C0}" type="slidenum">
              <a:rPr lang="en-US" smtClean="0"/>
              <a:t>‹#›</a:t>
            </a:fld>
            <a:endParaRPr lang="en-US"/>
          </a:p>
        </p:txBody>
      </p:sp>
    </p:spTree>
    <p:extLst>
      <p:ext uri="{BB962C8B-B14F-4D97-AF65-F5344CB8AC3E}">
        <p14:creationId xmlns:p14="http://schemas.microsoft.com/office/powerpoint/2010/main" val="12174440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06781" y="6593840"/>
            <a:ext cx="11143274" cy="2235200"/>
          </a:xfrm>
        </p:spPr>
        <p:txBody>
          <a:bodyPr>
            <a:normAutofit/>
          </a:bodyPr>
          <a:lstStyle>
            <a:lvl1pPr>
              <a:defRPr sz="4693"/>
            </a:lvl1pPr>
          </a:lstStyle>
          <a:p>
            <a:r>
              <a:rPr lang="en-US"/>
              <a:t>Click to edit Master title style</a:t>
            </a:r>
            <a:endParaRPr lang="en-US" dirty="0"/>
          </a:p>
        </p:txBody>
      </p:sp>
      <p:sp>
        <p:nvSpPr>
          <p:cNvPr id="3" name="Text Placeholder 2"/>
          <p:cNvSpPr>
            <a:spLocks noGrp="1"/>
          </p:cNvSpPr>
          <p:nvPr>
            <p:ph type="body" idx="1"/>
          </p:nvPr>
        </p:nvSpPr>
        <p:spPr>
          <a:xfrm>
            <a:off x="1295402" y="782320"/>
            <a:ext cx="6318672" cy="894080"/>
          </a:xfrm>
        </p:spPr>
        <p:txBody>
          <a:bodyPr anchor="b">
            <a:noAutofit/>
          </a:bodyPr>
          <a:lstStyle>
            <a:lvl1pPr marL="0" indent="0">
              <a:buNone/>
              <a:defRPr sz="3520" b="0" cap="all">
                <a:solidFill>
                  <a:schemeClr val="tx1"/>
                </a:solidFill>
              </a:defRPr>
            </a:lvl1pPr>
            <a:lvl2pPr marL="670575" indent="0">
              <a:buNone/>
              <a:defRPr sz="2933" b="1"/>
            </a:lvl2pPr>
            <a:lvl3pPr marL="1341150" indent="0">
              <a:buNone/>
              <a:defRPr sz="2640" b="1"/>
            </a:lvl3pPr>
            <a:lvl4pPr marL="2011726" indent="0">
              <a:buNone/>
              <a:defRPr sz="2347" b="1"/>
            </a:lvl4pPr>
            <a:lvl5pPr marL="2682301" indent="0">
              <a:buNone/>
              <a:defRPr sz="2347" b="1"/>
            </a:lvl5pPr>
            <a:lvl6pPr marL="3352876" indent="0">
              <a:buNone/>
              <a:defRPr sz="2347" b="1"/>
            </a:lvl6pPr>
            <a:lvl7pPr marL="4023451" indent="0">
              <a:buNone/>
              <a:defRPr sz="2347" b="1"/>
            </a:lvl7pPr>
            <a:lvl8pPr marL="4694027" indent="0">
              <a:buNone/>
              <a:defRPr sz="2347" b="1"/>
            </a:lvl8pPr>
            <a:lvl9pPr marL="5364602" indent="0">
              <a:buNone/>
              <a:defRPr sz="2347" b="1"/>
            </a:lvl9pPr>
          </a:lstStyle>
          <a:p>
            <a:pPr lvl="0"/>
            <a:r>
              <a:rPr lang="en-US"/>
              <a:t>Click to edit Master text styles</a:t>
            </a:r>
          </a:p>
        </p:txBody>
      </p:sp>
      <p:sp>
        <p:nvSpPr>
          <p:cNvPr id="4" name="Content Placeholder 3"/>
          <p:cNvSpPr>
            <a:spLocks noGrp="1"/>
          </p:cNvSpPr>
          <p:nvPr>
            <p:ph sz="half" idx="2"/>
          </p:nvPr>
        </p:nvSpPr>
        <p:spPr>
          <a:xfrm>
            <a:off x="906779" y="1676401"/>
            <a:ext cx="6707294" cy="4631832"/>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8253528" y="831216"/>
            <a:ext cx="6398887" cy="845184"/>
          </a:xfrm>
        </p:spPr>
        <p:txBody>
          <a:bodyPr anchor="b">
            <a:noAutofit/>
          </a:bodyPr>
          <a:lstStyle>
            <a:lvl1pPr marL="0" indent="0">
              <a:buNone/>
              <a:defRPr sz="3520" b="0" cap="all">
                <a:solidFill>
                  <a:schemeClr val="tx1"/>
                </a:solidFill>
              </a:defRPr>
            </a:lvl1pPr>
            <a:lvl2pPr marL="670575" indent="0">
              <a:buNone/>
              <a:defRPr sz="2933" b="1"/>
            </a:lvl2pPr>
            <a:lvl3pPr marL="1341150" indent="0">
              <a:buNone/>
              <a:defRPr sz="2640" b="1"/>
            </a:lvl3pPr>
            <a:lvl4pPr marL="2011726" indent="0">
              <a:buNone/>
              <a:defRPr sz="2347" b="1"/>
            </a:lvl4pPr>
            <a:lvl5pPr marL="2682301" indent="0">
              <a:buNone/>
              <a:defRPr sz="2347" b="1"/>
            </a:lvl5pPr>
            <a:lvl6pPr marL="3352876" indent="0">
              <a:buNone/>
              <a:defRPr sz="2347" b="1"/>
            </a:lvl6pPr>
            <a:lvl7pPr marL="4023451" indent="0">
              <a:buNone/>
              <a:defRPr sz="2347" b="1"/>
            </a:lvl7pPr>
            <a:lvl8pPr marL="4694027" indent="0">
              <a:buNone/>
              <a:defRPr sz="2347" b="1"/>
            </a:lvl8pPr>
            <a:lvl9pPr marL="5364602" indent="0">
              <a:buNone/>
              <a:defRPr sz="2347" b="1"/>
            </a:lvl9pPr>
          </a:lstStyle>
          <a:p>
            <a:pPr lvl="0"/>
            <a:r>
              <a:rPr lang="en-US"/>
              <a:t>Click to edit Master text styles</a:t>
            </a:r>
          </a:p>
        </p:txBody>
      </p:sp>
      <p:sp>
        <p:nvSpPr>
          <p:cNvPr id="6" name="Content Placeholder 5"/>
          <p:cNvSpPr>
            <a:spLocks noGrp="1"/>
          </p:cNvSpPr>
          <p:nvPr>
            <p:ph sz="quarter" idx="4"/>
          </p:nvPr>
        </p:nvSpPr>
        <p:spPr>
          <a:xfrm>
            <a:off x="7926016" y="1676400"/>
            <a:ext cx="6726399" cy="4619413"/>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C5F545C-E5C7-4E4A-913C-FB8387D6338B}" type="datetimeFigureOut">
              <a:rPr lang="en-US" smtClean="0"/>
              <a:t>7/15/2026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706781A-847E-4C36-8991-9BB1721B75C0}" type="slidenum">
              <a:rPr lang="en-US" smtClean="0"/>
              <a:t>‹#›</a:t>
            </a:fld>
            <a:endParaRPr lang="en-US"/>
          </a:p>
        </p:txBody>
      </p:sp>
    </p:spTree>
    <p:extLst>
      <p:ext uri="{BB962C8B-B14F-4D97-AF65-F5344CB8AC3E}">
        <p14:creationId xmlns:p14="http://schemas.microsoft.com/office/powerpoint/2010/main" val="11034342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906781" y="6593840"/>
            <a:ext cx="11143274" cy="2235200"/>
          </a:xfrm>
        </p:spPr>
        <p:txBody>
          <a:bodyPr>
            <a:normAutofit/>
          </a:bodyPr>
          <a:lstStyle>
            <a:lvl1pPr>
              <a:defRPr sz="4693"/>
            </a:lvl1p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C5F545C-E5C7-4E4A-913C-FB8387D6338B}" type="datetimeFigureOut">
              <a:rPr lang="en-US" smtClean="0"/>
              <a:t>7/15/2026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706781A-847E-4C36-8991-9BB1721B75C0}" type="slidenum">
              <a:rPr lang="en-US" smtClean="0"/>
              <a:t>‹#›</a:t>
            </a:fld>
            <a:endParaRPr lang="en-US"/>
          </a:p>
        </p:txBody>
      </p:sp>
    </p:spTree>
    <p:extLst>
      <p:ext uri="{BB962C8B-B14F-4D97-AF65-F5344CB8AC3E}">
        <p14:creationId xmlns:p14="http://schemas.microsoft.com/office/powerpoint/2010/main" val="5202131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C5F545C-E5C7-4E4A-913C-FB8387D6338B}" type="datetimeFigureOut">
              <a:rPr lang="en-US" smtClean="0"/>
              <a:t>7/15/2026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706781A-847E-4C36-8991-9BB1721B75C0}" type="slidenum">
              <a:rPr lang="en-US" smtClean="0"/>
              <a:t>‹#›</a:t>
            </a:fld>
            <a:endParaRPr lang="en-US"/>
          </a:p>
        </p:txBody>
      </p:sp>
    </p:spTree>
    <p:extLst>
      <p:ext uri="{BB962C8B-B14F-4D97-AF65-F5344CB8AC3E}">
        <p14:creationId xmlns:p14="http://schemas.microsoft.com/office/powerpoint/2010/main" val="39256598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211734" y="782320"/>
            <a:ext cx="5440680" cy="2235200"/>
          </a:xfrm>
        </p:spPr>
        <p:txBody>
          <a:bodyPr anchor="b">
            <a:normAutofit/>
          </a:bodyPr>
          <a:lstStyle>
            <a:lvl1pPr algn="l">
              <a:defRPr sz="2933" b="0"/>
            </a:lvl1pPr>
          </a:lstStyle>
          <a:p>
            <a:r>
              <a:rPr lang="en-US"/>
              <a:t>Click to edit Master title style</a:t>
            </a:r>
            <a:endParaRPr lang="en-US" dirty="0"/>
          </a:p>
        </p:txBody>
      </p:sp>
      <p:sp>
        <p:nvSpPr>
          <p:cNvPr id="3" name="Content Placeholder 2"/>
          <p:cNvSpPr>
            <a:spLocks noGrp="1"/>
          </p:cNvSpPr>
          <p:nvPr>
            <p:ph idx="1"/>
          </p:nvPr>
        </p:nvSpPr>
        <p:spPr>
          <a:xfrm>
            <a:off x="906779" y="782320"/>
            <a:ext cx="7545884" cy="804672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211734" y="3241043"/>
            <a:ext cx="5440680" cy="3067192"/>
          </a:xfrm>
        </p:spPr>
        <p:txBody>
          <a:bodyPr anchor="t">
            <a:normAutofit/>
          </a:bodyPr>
          <a:lstStyle>
            <a:lvl1pPr marL="0" indent="0">
              <a:buNone/>
              <a:defRPr sz="2347"/>
            </a:lvl1pPr>
            <a:lvl2pPr marL="670575" indent="0">
              <a:buNone/>
              <a:defRPr sz="1760"/>
            </a:lvl2pPr>
            <a:lvl3pPr marL="1341150" indent="0">
              <a:buNone/>
              <a:defRPr sz="1467"/>
            </a:lvl3pPr>
            <a:lvl4pPr marL="2011726" indent="0">
              <a:buNone/>
              <a:defRPr sz="1320"/>
            </a:lvl4pPr>
            <a:lvl5pPr marL="2682301" indent="0">
              <a:buNone/>
              <a:defRPr sz="1320"/>
            </a:lvl5pPr>
            <a:lvl6pPr marL="3352876" indent="0">
              <a:buNone/>
              <a:defRPr sz="1320"/>
            </a:lvl6pPr>
            <a:lvl7pPr marL="4023451" indent="0">
              <a:buNone/>
              <a:defRPr sz="1320"/>
            </a:lvl7pPr>
            <a:lvl8pPr marL="4694027" indent="0">
              <a:buNone/>
              <a:defRPr sz="1320"/>
            </a:lvl8pPr>
            <a:lvl9pPr marL="5364602" indent="0">
              <a:buNone/>
              <a:defRPr sz="1320"/>
            </a:lvl9pPr>
          </a:lstStyle>
          <a:p>
            <a:pPr lvl="0"/>
            <a:r>
              <a:rPr lang="en-US"/>
              <a:t>Click to edit Master text styles</a:t>
            </a:r>
          </a:p>
        </p:txBody>
      </p:sp>
      <p:sp>
        <p:nvSpPr>
          <p:cNvPr id="5" name="Date Placeholder 4"/>
          <p:cNvSpPr>
            <a:spLocks noGrp="1"/>
          </p:cNvSpPr>
          <p:nvPr>
            <p:ph type="dt" sz="half" idx="10"/>
          </p:nvPr>
        </p:nvSpPr>
        <p:spPr/>
        <p:txBody>
          <a:bodyPr/>
          <a:lstStyle/>
          <a:p>
            <a:fld id="{CC5F545C-E5C7-4E4A-913C-FB8387D6338B}" type="datetimeFigureOut">
              <a:rPr lang="en-US" smtClean="0"/>
              <a:t>7/15/2026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706781A-847E-4C36-8991-9BB1721B75C0}" type="slidenum">
              <a:rPr lang="en-US" smtClean="0"/>
              <a:t>‹#›</a:t>
            </a:fld>
            <a:endParaRPr lang="en-US"/>
          </a:p>
        </p:txBody>
      </p:sp>
    </p:spTree>
    <p:extLst>
      <p:ext uri="{BB962C8B-B14F-4D97-AF65-F5344CB8AC3E}">
        <p14:creationId xmlns:p14="http://schemas.microsoft.com/office/powerpoint/2010/main" val="40157294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642860" y="2123440"/>
            <a:ext cx="6057539" cy="1676400"/>
          </a:xfrm>
        </p:spPr>
        <p:txBody>
          <a:bodyPr anchor="b">
            <a:normAutofit/>
          </a:bodyPr>
          <a:lstStyle>
            <a:lvl1pPr algn="l">
              <a:defRPr sz="3520" b="0"/>
            </a:lvl1pPr>
          </a:lstStyle>
          <a:p>
            <a:r>
              <a:rPr lang="en-US"/>
              <a:t>Click to edit Master title style</a:t>
            </a:r>
            <a:endParaRPr lang="en-US" dirty="0"/>
          </a:p>
        </p:txBody>
      </p:sp>
      <p:sp>
        <p:nvSpPr>
          <p:cNvPr id="17" name="Picture Placeholder 2"/>
          <p:cNvSpPr>
            <a:spLocks noGrp="1" noChangeAspect="1"/>
          </p:cNvSpPr>
          <p:nvPr>
            <p:ph type="pic" idx="13"/>
          </p:nvPr>
        </p:nvSpPr>
        <p:spPr>
          <a:xfrm>
            <a:off x="1295400" y="1341120"/>
            <a:ext cx="5577656" cy="704088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2347"/>
            </a:lvl1pPr>
            <a:lvl2pPr marL="670575" indent="0">
              <a:buNone/>
              <a:defRPr sz="2347"/>
            </a:lvl2pPr>
            <a:lvl3pPr marL="1341150" indent="0">
              <a:buNone/>
              <a:defRPr sz="2347"/>
            </a:lvl3pPr>
            <a:lvl4pPr marL="2011726" indent="0">
              <a:buNone/>
              <a:defRPr sz="2347"/>
            </a:lvl4pPr>
            <a:lvl5pPr marL="2682301" indent="0">
              <a:buNone/>
              <a:defRPr sz="2347"/>
            </a:lvl5pPr>
            <a:lvl6pPr marL="3352876" indent="0">
              <a:buNone/>
              <a:defRPr sz="2347"/>
            </a:lvl6pPr>
            <a:lvl7pPr marL="4023451" indent="0">
              <a:buNone/>
              <a:defRPr sz="2347"/>
            </a:lvl7pPr>
            <a:lvl8pPr marL="4694027" indent="0">
              <a:buNone/>
              <a:defRPr sz="2347"/>
            </a:lvl8pPr>
            <a:lvl9pPr marL="5364602" indent="0">
              <a:buNone/>
              <a:defRPr sz="2347"/>
            </a:lvl9pPr>
          </a:lstStyle>
          <a:p>
            <a:r>
              <a:rPr lang="en-US"/>
              <a:t>Click icon to add picture</a:t>
            </a:r>
            <a:endParaRPr lang="en-US" dirty="0"/>
          </a:p>
        </p:txBody>
      </p:sp>
      <p:sp>
        <p:nvSpPr>
          <p:cNvPr id="4" name="Text Placeholder 3"/>
          <p:cNvSpPr>
            <a:spLocks noGrp="1"/>
          </p:cNvSpPr>
          <p:nvPr>
            <p:ph type="body" sz="half" idx="2"/>
          </p:nvPr>
        </p:nvSpPr>
        <p:spPr>
          <a:xfrm>
            <a:off x="7643247" y="4023360"/>
            <a:ext cx="6059179" cy="3054773"/>
          </a:xfrm>
        </p:spPr>
        <p:txBody>
          <a:bodyPr anchor="t">
            <a:normAutofit/>
          </a:bodyPr>
          <a:lstStyle>
            <a:lvl1pPr marL="0" indent="0">
              <a:buNone/>
              <a:defRPr sz="2640"/>
            </a:lvl1pPr>
            <a:lvl2pPr marL="670575" indent="0">
              <a:buNone/>
              <a:defRPr sz="1760"/>
            </a:lvl2pPr>
            <a:lvl3pPr marL="1341150" indent="0">
              <a:buNone/>
              <a:defRPr sz="1467"/>
            </a:lvl3pPr>
            <a:lvl4pPr marL="2011726" indent="0">
              <a:buNone/>
              <a:defRPr sz="1320"/>
            </a:lvl4pPr>
            <a:lvl5pPr marL="2682301" indent="0">
              <a:buNone/>
              <a:defRPr sz="1320"/>
            </a:lvl5pPr>
            <a:lvl6pPr marL="3352876" indent="0">
              <a:buNone/>
              <a:defRPr sz="1320"/>
            </a:lvl6pPr>
            <a:lvl7pPr marL="4023451" indent="0">
              <a:buNone/>
              <a:defRPr sz="1320"/>
            </a:lvl7pPr>
            <a:lvl8pPr marL="4694027" indent="0">
              <a:buNone/>
              <a:defRPr sz="1320"/>
            </a:lvl8pPr>
            <a:lvl9pPr marL="5364602" indent="0">
              <a:buNone/>
              <a:defRPr sz="1320"/>
            </a:lvl9pPr>
          </a:lstStyle>
          <a:p>
            <a:pPr lvl="0"/>
            <a:r>
              <a:rPr lang="en-US"/>
              <a:t>Click to edit Master text styles</a:t>
            </a:r>
          </a:p>
        </p:txBody>
      </p:sp>
      <p:sp>
        <p:nvSpPr>
          <p:cNvPr id="5" name="Date Placeholder 4"/>
          <p:cNvSpPr>
            <a:spLocks noGrp="1"/>
          </p:cNvSpPr>
          <p:nvPr>
            <p:ph type="dt" sz="half" idx="10"/>
          </p:nvPr>
        </p:nvSpPr>
        <p:spPr/>
        <p:txBody>
          <a:bodyPr/>
          <a:lstStyle/>
          <a:p>
            <a:fld id="{CC5F545C-E5C7-4E4A-913C-FB8387D6338B}" type="datetimeFigureOut">
              <a:rPr lang="en-US" smtClean="0"/>
              <a:t>7/15/2026</a:t>
            </a:fld>
            <a:endParaRPr lang="en-US"/>
          </a:p>
        </p:txBody>
      </p:sp>
      <p:sp>
        <p:nvSpPr>
          <p:cNvPr id="6" name="Footer Placeholder 5"/>
          <p:cNvSpPr>
            <a:spLocks noGrp="1"/>
          </p:cNvSpPr>
          <p:nvPr>
            <p:ph type="ftr" sz="quarter" idx="11"/>
          </p:nvPr>
        </p:nvSpPr>
        <p:spPr>
          <a:xfrm>
            <a:off x="906780" y="9052561"/>
            <a:ext cx="9879931" cy="535517"/>
          </a:xfrm>
        </p:spPr>
        <p:txBody>
          <a:bodyPr/>
          <a:lstStyle/>
          <a:p>
            <a:endParaRPr lang="en-US"/>
          </a:p>
        </p:txBody>
      </p:sp>
      <p:sp>
        <p:nvSpPr>
          <p:cNvPr id="7" name="Slide Number Placeholder 6"/>
          <p:cNvSpPr>
            <a:spLocks noGrp="1"/>
          </p:cNvSpPr>
          <p:nvPr>
            <p:ph type="sldNum" sz="quarter" idx="12"/>
          </p:nvPr>
        </p:nvSpPr>
        <p:spPr/>
        <p:txBody>
          <a:bodyPr/>
          <a:lstStyle/>
          <a:p>
            <a:fld id="{E706781A-847E-4C36-8991-9BB1721B75C0}" type="slidenum">
              <a:rPr lang="en-US" smtClean="0"/>
              <a:t>‹#›</a:t>
            </a:fld>
            <a:endParaRPr lang="en-US"/>
          </a:p>
        </p:txBody>
      </p:sp>
    </p:spTree>
    <p:extLst>
      <p:ext uri="{BB962C8B-B14F-4D97-AF65-F5344CB8AC3E}">
        <p14:creationId xmlns:p14="http://schemas.microsoft.com/office/powerpoint/2010/main" val="26416076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06781" y="6593840"/>
            <a:ext cx="11143274" cy="2235200"/>
          </a:xfrm>
        </p:spPr>
        <p:txBody>
          <a:bodyPr/>
          <a:lstStyle/>
          <a:p>
            <a:r>
              <a:rPr lang="en-US"/>
              <a:t>Click to edit Master title style</a:t>
            </a:r>
            <a:endParaRPr lang="en-US" dirty="0"/>
          </a:p>
        </p:txBody>
      </p:sp>
      <p:sp>
        <p:nvSpPr>
          <p:cNvPr id="6" name="Picture Placeholder 2"/>
          <p:cNvSpPr>
            <a:spLocks noGrp="1" noChangeAspect="1"/>
          </p:cNvSpPr>
          <p:nvPr>
            <p:ph type="pic" idx="13"/>
          </p:nvPr>
        </p:nvSpPr>
        <p:spPr>
          <a:xfrm>
            <a:off x="906780" y="782320"/>
            <a:ext cx="13731240" cy="458216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2347"/>
            </a:lvl1pPr>
            <a:lvl2pPr marL="670575" indent="0">
              <a:buNone/>
              <a:defRPr sz="2347"/>
            </a:lvl2pPr>
            <a:lvl3pPr marL="1341150" indent="0">
              <a:buNone/>
              <a:defRPr sz="2347"/>
            </a:lvl3pPr>
            <a:lvl4pPr marL="2011726" indent="0">
              <a:buNone/>
              <a:defRPr sz="2347"/>
            </a:lvl4pPr>
            <a:lvl5pPr marL="2682301" indent="0">
              <a:buNone/>
              <a:defRPr sz="2347"/>
            </a:lvl5pPr>
            <a:lvl6pPr marL="3352876" indent="0">
              <a:buNone/>
              <a:defRPr sz="2347"/>
            </a:lvl6pPr>
            <a:lvl7pPr marL="4023451" indent="0">
              <a:buNone/>
              <a:defRPr sz="2347"/>
            </a:lvl7pPr>
            <a:lvl8pPr marL="4694027" indent="0">
              <a:buNone/>
              <a:defRPr sz="2347"/>
            </a:lvl8pPr>
            <a:lvl9pPr marL="5364602" indent="0">
              <a:buNone/>
              <a:defRPr sz="2347"/>
            </a:lvl9pPr>
          </a:lstStyle>
          <a:p>
            <a:r>
              <a:rPr lang="en-US"/>
              <a:t>Click icon to add picture</a:t>
            </a:r>
            <a:endParaRPr lang="en-US" dirty="0"/>
          </a:p>
        </p:txBody>
      </p:sp>
      <p:sp>
        <p:nvSpPr>
          <p:cNvPr id="9" name="Text Placeholder 9"/>
          <p:cNvSpPr>
            <a:spLocks noGrp="1"/>
          </p:cNvSpPr>
          <p:nvPr>
            <p:ph type="body" sz="quarter" idx="14"/>
          </p:nvPr>
        </p:nvSpPr>
        <p:spPr>
          <a:xfrm>
            <a:off x="1295404" y="5637672"/>
            <a:ext cx="12378264" cy="670560"/>
          </a:xfrm>
        </p:spPr>
        <p:txBody>
          <a:bodyPr anchor="t">
            <a:normAutofit/>
          </a:bodyPr>
          <a:lstStyle>
            <a:lvl1pPr marL="0" indent="0">
              <a:buFontTx/>
              <a:buNone/>
              <a:defRPr sz="2347"/>
            </a:lvl1pPr>
            <a:lvl2pPr marL="670575" indent="0">
              <a:buFontTx/>
              <a:buNone/>
              <a:defRPr/>
            </a:lvl2pPr>
            <a:lvl3pPr marL="1341150" indent="0">
              <a:buFontTx/>
              <a:buNone/>
              <a:defRPr/>
            </a:lvl3pPr>
            <a:lvl4pPr marL="2011726" indent="0">
              <a:buFontTx/>
              <a:buNone/>
              <a:defRPr/>
            </a:lvl4pPr>
            <a:lvl5pPr marL="2682301" indent="0">
              <a:buFontTx/>
              <a:buNone/>
              <a:defRPr/>
            </a:lvl5pPr>
          </a:lstStyle>
          <a:p>
            <a:pPr lvl="0"/>
            <a:r>
              <a:rPr lang="en-US"/>
              <a:t>Click to edit Master text styles</a:t>
            </a:r>
          </a:p>
        </p:txBody>
      </p:sp>
      <p:sp>
        <p:nvSpPr>
          <p:cNvPr id="3" name="Date Placeholder 2"/>
          <p:cNvSpPr>
            <a:spLocks noGrp="1"/>
          </p:cNvSpPr>
          <p:nvPr>
            <p:ph type="dt" sz="half" idx="10"/>
          </p:nvPr>
        </p:nvSpPr>
        <p:spPr/>
        <p:txBody>
          <a:bodyPr/>
          <a:lstStyle/>
          <a:p>
            <a:fld id="{CC5F545C-E5C7-4E4A-913C-FB8387D6338B}" type="datetimeFigureOut">
              <a:rPr lang="en-US" smtClean="0"/>
              <a:t>7/15/2026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706781A-847E-4C36-8991-9BB1721B75C0}" type="slidenum">
              <a:rPr lang="en-US" smtClean="0"/>
              <a:t>‹#›</a:t>
            </a:fld>
            <a:endParaRPr lang="en-US"/>
          </a:p>
        </p:txBody>
      </p:sp>
    </p:spTree>
    <p:extLst>
      <p:ext uri="{BB962C8B-B14F-4D97-AF65-F5344CB8AC3E}">
        <p14:creationId xmlns:p14="http://schemas.microsoft.com/office/powerpoint/2010/main" val="7078451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06780" y="782320"/>
            <a:ext cx="13731240" cy="4246880"/>
          </a:xfrm>
        </p:spPr>
        <p:txBody>
          <a:bodyPr anchor="ctr">
            <a:normAutofit/>
          </a:bodyPr>
          <a:lstStyle>
            <a:lvl1pPr algn="l">
              <a:defRPr sz="4107" b="0" cap="all"/>
            </a:lvl1pPr>
          </a:lstStyle>
          <a:p>
            <a:r>
              <a:rPr lang="en-US"/>
              <a:t>Click to edit Master title style</a:t>
            </a:r>
            <a:endParaRPr lang="en-US" dirty="0"/>
          </a:p>
        </p:txBody>
      </p:sp>
      <p:sp>
        <p:nvSpPr>
          <p:cNvPr id="3" name="Text Placeholder 2"/>
          <p:cNvSpPr>
            <a:spLocks noGrp="1"/>
          </p:cNvSpPr>
          <p:nvPr>
            <p:ph type="body" idx="1"/>
          </p:nvPr>
        </p:nvSpPr>
        <p:spPr>
          <a:xfrm>
            <a:off x="906780" y="6035040"/>
            <a:ext cx="10852038" cy="2794000"/>
          </a:xfrm>
        </p:spPr>
        <p:txBody>
          <a:bodyPr anchor="ctr">
            <a:normAutofit/>
          </a:bodyPr>
          <a:lstStyle>
            <a:lvl1pPr marL="0" indent="0" algn="l">
              <a:buNone/>
              <a:defRPr sz="2640">
                <a:solidFill>
                  <a:schemeClr val="bg2">
                    <a:lumMod val="75000"/>
                  </a:schemeClr>
                </a:solidFill>
              </a:defRPr>
            </a:lvl1pPr>
            <a:lvl2pPr marL="670575" indent="0">
              <a:buNone/>
              <a:defRPr sz="2640">
                <a:solidFill>
                  <a:schemeClr val="tx1">
                    <a:tint val="75000"/>
                  </a:schemeClr>
                </a:solidFill>
              </a:defRPr>
            </a:lvl2pPr>
            <a:lvl3pPr marL="1341150" indent="0">
              <a:buNone/>
              <a:defRPr sz="2347">
                <a:solidFill>
                  <a:schemeClr val="tx1">
                    <a:tint val="75000"/>
                  </a:schemeClr>
                </a:solidFill>
              </a:defRPr>
            </a:lvl3pPr>
            <a:lvl4pPr marL="2011726" indent="0">
              <a:buNone/>
              <a:defRPr sz="2053">
                <a:solidFill>
                  <a:schemeClr val="tx1">
                    <a:tint val="75000"/>
                  </a:schemeClr>
                </a:solidFill>
              </a:defRPr>
            </a:lvl4pPr>
            <a:lvl5pPr marL="2682301" indent="0">
              <a:buNone/>
              <a:defRPr sz="2053">
                <a:solidFill>
                  <a:schemeClr val="tx1">
                    <a:tint val="75000"/>
                  </a:schemeClr>
                </a:solidFill>
              </a:defRPr>
            </a:lvl5pPr>
            <a:lvl6pPr marL="3352876" indent="0">
              <a:buNone/>
              <a:defRPr sz="2053">
                <a:solidFill>
                  <a:schemeClr val="tx1">
                    <a:tint val="75000"/>
                  </a:schemeClr>
                </a:solidFill>
              </a:defRPr>
            </a:lvl6pPr>
            <a:lvl7pPr marL="4023451" indent="0">
              <a:buNone/>
              <a:defRPr sz="2053">
                <a:solidFill>
                  <a:schemeClr val="tx1">
                    <a:tint val="75000"/>
                  </a:schemeClr>
                </a:solidFill>
              </a:defRPr>
            </a:lvl7pPr>
            <a:lvl8pPr marL="4694027" indent="0">
              <a:buNone/>
              <a:defRPr sz="2053">
                <a:solidFill>
                  <a:schemeClr val="tx1">
                    <a:tint val="75000"/>
                  </a:schemeClr>
                </a:solidFill>
              </a:defRPr>
            </a:lvl8pPr>
            <a:lvl9pPr marL="5364602" indent="0">
              <a:buNone/>
              <a:defRPr sz="2053">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C5F545C-E5C7-4E4A-913C-FB8387D6338B}" type="datetimeFigureOut">
              <a:rPr lang="en-US" smtClean="0"/>
              <a:t>7/15/2026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706781A-847E-4C36-8991-9BB1721B75C0}" type="slidenum">
              <a:rPr lang="en-US" smtClean="0"/>
              <a:t>‹#›</a:t>
            </a:fld>
            <a:endParaRPr lang="en-US"/>
          </a:p>
        </p:txBody>
      </p:sp>
    </p:spTree>
    <p:extLst>
      <p:ext uri="{BB962C8B-B14F-4D97-AF65-F5344CB8AC3E}">
        <p14:creationId xmlns:p14="http://schemas.microsoft.com/office/powerpoint/2010/main" val="367700655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55682" y="782320"/>
            <a:ext cx="11661638" cy="4246880"/>
          </a:xfrm>
        </p:spPr>
        <p:txBody>
          <a:bodyPr anchor="ctr">
            <a:normAutofit/>
          </a:bodyPr>
          <a:lstStyle>
            <a:lvl1pPr algn="l">
              <a:defRPr sz="4107" b="0" cap="all">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813561" y="5029200"/>
            <a:ext cx="10884194" cy="707813"/>
          </a:xfrm>
        </p:spPr>
        <p:txBody>
          <a:bodyPr anchor="ctr"/>
          <a:lstStyle>
            <a:lvl1pPr marL="0" indent="0">
              <a:buFontTx/>
              <a:buNone/>
              <a:defRPr/>
            </a:lvl1pPr>
            <a:lvl2pPr marL="670575" indent="0">
              <a:buFontTx/>
              <a:buNone/>
              <a:defRPr/>
            </a:lvl2pPr>
            <a:lvl3pPr marL="1341150" indent="0">
              <a:buFontTx/>
              <a:buNone/>
              <a:defRPr/>
            </a:lvl3pPr>
            <a:lvl4pPr marL="2011726" indent="0">
              <a:buFontTx/>
              <a:buNone/>
              <a:defRPr/>
            </a:lvl4pPr>
            <a:lvl5pPr marL="2682301" indent="0">
              <a:buFontTx/>
              <a:buNone/>
              <a:defRPr/>
            </a:lvl5pPr>
          </a:lstStyle>
          <a:p>
            <a:pPr lvl="0"/>
            <a:r>
              <a:rPr lang="en-US"/>
              <a:t>Click to edit Master text styles</a:t>
            </a:r>
          </a:p>
        </p:txBody>
      </p:sp>
      <p:sp>
        <p:nvSpPr>
          <p:cNvPr id="3" name="Text Placeholder 2"/>
          <p:cNvSpPr>
            <a:spLocks noGrp="1"/>
          </p:cNvSpPr>
          <p:nvPr>
            <p:ph type="body" idx="1"/>
          </p:nvPr>
        </p:nvSpPr>
        <p:spPr>
          <a:xfrm>
            <a:off x="906781" y="6308236"/>
            <a:ext cx="10850014" cy="2520804"/>
          </a:xfrm>
        </p:spPr>
        <p:txBody>
          <a:bodyPr anchor="ctr">
            <a:normAutofit/>
          </a:bodyPr>
          <a:lstStyle>
            <a:lvl1pPr marL="0" indent="0" algn="l">
              <a:buNone/>
              <a:defRPr sz="2933">
                <a:solidFill>
                  <a:schemeClr val="bg2">
                    <a:lumMod val="75000"/>
                  </a:schemeClr>
                </a:solidFill>
              </a:defRPr>
            </a:lvl1pPr>
            <a:lvl2pPr marL="670575" indent="0">
              <a:buNone/>
              <a:defRPr sz="2640">
                <a:solidFill>
                  <a:schemeClr val="tx1">
                    <a:tint val="75000"/>
                  </a:schemeClr>
                </a:solidFill>
              </a:defRPr>
            </a:lvl2pPr>
            <a:lvl3pPr marL="1341150" indent="0">
              <a:buNone/>
              <a:defRPr sz="2347">
                <a:solidFill>
                  <a:schemeClr val="tx1">
                    <a:tint val="75000"/>
                  </a:schemeClr>
                </a:solidFill>
              </a:defRPr>
            </a:lvl3pPr>
            <a:lvl4pPr marL="2011726" indent="0">
              <a:buNone/>
              <a:defRPr sz="2053">
                <a:solidFill>
                  <a:schemeClr val="tx1">
                    <a:tint val="75000"/>
                  </a:schemeClr>
                </a:solidFill>
              </a:defRPr>
            </a:lvl4pPr>
            <a:lvl5pPr marL="2682301" indent="0">
              <a:buNone/>
              <a:defRPr sz="2053">
                <a:solidFill>
                  <a:schemeClr val="tx1">
                    <a:tint val="75000"/>
                  </a:schemeClr>
                </a:solidFill>
              </a:defRPr>
            </a:lvl5pPr>
            <a:lvl6pPr marL="3352876" indent="0">
              <a:buNone/>
              <a:defRPr sz="2053">
                <a:solidFill>
                  <a:schemeClr val="tx1">
                    <a:tint val="75000"/>
                  </a:schemeClr>
                </a:solidFill>
              </a:defRPr>
            </a:lvl6pPr>
            <a:lvl7pPr marL="4023451" indent="0">
              <a:buNone/>
              <a:defRPr sz="2053">
                <a:solidFill>
                  <a:schemeClr val="tx1">
                    <a:tint val="75000"/>
                  </a:schemeClr>
                </a:solidFill>
              </a:defRPr>
            </a:lvl7pPr>
            <a:lvl8pPr marL="4694027" indent="0">
              <a:buNone/>
              <a:defRPr sz="2053">
                <a:solidFill>
                  <a:schemeClr val="tx1">
                    <a:tint val="75000"/>
                  </a:schemeClr>
                </a:solidFill>
              </a:defRPr>
            </a:lvl8pPr>
            <a:lvl9pPr marL="5364602" indent="0">
              <a:buNone/>
              <a:defRPr sz="2053">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C5F545C-E5C7-4E4A-913C-FB8387D6338B}" type="datetimeFigureOut">
              <a:rPr lang="en-US" smtClean="0"/>
              <a:t>7/15/2026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706781A-847E-4C36-8991-9BB1721B75C0}" type="slidenum">
              <a:rPr lang="en-US" smtClean="0"/>
              <a:t>‹#›</a:t>
            </a:fld>
            <a:endParaRPr lang="en-US"/>
          </a:p>
        </p:txBody>
      </p:sp>
      <p:sp>
        <p:nvSpPr>
          <p:cNvPr id="14" name="TextBox 13"/>
          <p:cNvSpPr txBox="1"/>
          <p:nvPr/>
        </p:nvSpPr>
        <p:spPr>
          <a:xfrm>
            <a:off x="388621" y="1042249"/>
            <a:ext cx="777442" cy="857671"/>
          </a:xfrm>
          <a:prstGeom prst="rect">
            <a:avLst/>
          </a:prstGeom>
        </p:spPr>
        <p:txBody>
          <a:bodyPr vert="horz" lIns="134112" tIns="67056" rIns="134112" bIns="67056" rtlCol="0" anchor="ctr">
            <a:noAutofit/>
          </a:bodyPr>
          <a:lstStyle/>
          <a:p>
            <a:pPr lvl="0"/>
            <a:r>
              <a:rPr lang="en-US" sz="11734" dirty="0">
                <a:solidFill>
                  <a:schemeClr val="tx1"/>
                </a:solidFill>
                <a:effectLst/>
              </a:rPr>
              <a:t>“</a:t>
            </a:r>
          </a:p>
        </p:txBody>
      </p:sp>
      <p:sp>
        <p:nvSpPr>
          <p:cNvPr id="15" name="TextBox 14"/>
          <p:cNvSpPr txBox="1"/>
          <p:nvPr/>
        </p:nvSpPr>
        <p:spPr>
          <a:xfrm>
            <a:off x="13083541" y="4060615"/>
            <a:ext cx="777442" cy="857671"/>
          </a:xfrm>
          <a:prstGeom prst="rect">
            <a:avLst/>
          </a:prstGeom>
        </p:spPr>
        <p:txBody>
          <a:bodyPr vert="horz" lIns="134112" tIns="67056" rIns="134112" bIns="67056" rtlCol="0" anchor="ctr">
            <a:noAutofit/>
          </a:bodyPr>
          <a:lstStyle/>
          <a:p>
            <a:pPr lvl="0" algn="r"/>
            <a:r>
              <a:rPr lang="en-US" sz="11734" dirty="0">
                <a:solidFill>
                  <a:schemeClr val="tx1"/>
                </a:solidFill>
                <a:effectLst/>
              </a:rPr>
              <a:t>”</a:t>
            </a:r>
          </a:p>
        </p:txBody>
      </p:sp>
    </p:spTree>
    <p:extLst>
      <p:ext uri="{BB962C8B-B14F-4D97-AF65-F5344CB8AC3E}">
        <p14:creationId xmlns:p14="http://schemas.microsoft.com/office/powerpoint/2010/main" val="262262502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06781" y="5029200"/>
            <a:ext cx="10850014" cy="2489520"/>
          </a:xfrm>
        </p:spPr>
        <p:txBody>
          <a:bodyPr anchor="b">
            <a:normAutofit/>
          </a:bodyPr>
          <a:lstStyle>
            <a:lvl1pPr algn="l">
              <a:defRPr sz="4107" b="0" cap="all"/>
            </a:lvl1pPr>
          </a:lstStyle>
          <a:p>
            <a:r>
              <a:rPr lang="en-US"/>
              <a:t>Click to edit Master title style</a:t>
            </a:r>
            <a:endParaRPr lang="en-US" dirty="0"/>
          </a:p>
        </p:txBody>
      </p:sp>
      <p:sp>
        <p:nvSpPr>
          <p:cNvPr id="3" name="Text Placeholder 2"/>
          <p:cNvSpPr>
            <a:spLocks noGrp="1"/>
          </p:cNvSpPr>
          <p:nvPr>
            <p:ph type="body" idx="1"/>
          </p:nvPr>
        </p:nvSpPr>
        <p:spPr>
          <a:xfrm>
            <a:off x="906780" y="7528371"/>
            <a:ext cx="10852038" cy="1300668"/>
          </a:xfrm>
        </p:spPr>
        <p:txBody>
          <a:bodyPr anchor="t">
            <a:normAutofit/>
          </a:bodyPr>
          <a:lstStyle>
            <a:lvl1pPr marL="0" indent="0" algn="l">
              <a:buNone/>
              <a:defRPr sz="2640">
                <a:solidFill>
                  <a:schemeClr val="bg2">
                    <a:lumMod val="75000"/>
                  </a:schemeClr>
                </a:solidFill>
              </a:defRPr>
            </a:lvl1pPr>
            <a:lvl2pPr marL="670575" indent="0">
              <a:buNone/>
              <a:defRPr sz="2640">
                <a:solidFill>
                  <a:schemeClr val="tx1">
                    <a:tint val="75000"/>
                  </a:schemeClr>
                </a:solidFill>
              </a:defRPr>
            </a:lvl2pPr>
            <a:lvl3pPr marL="1341150" indent="0">
              <a:buNone/>
              <a:defRPr sz="2347">
                <a:solidFill>
                  <a:schemeClr val="tx1">
                    <a:tint val="75000"/>
                  </a:schemeClr>
                </a:solidFill>
              </a:defRPr>
            </a:lvl3pPr>
            <a:lvl4pPr marL="2011726" indent="0">
              <a:buNone/>
              <a:defRPr sz="2053">
                <a:solidFill>
                  <a:schemeClr val="tx1">
                    <a:tint val="75000"/>
                  </a:schemeClr>
                </a:solidFill>
              </a:defRPr>
            </a:lvl4pPr>
            <a:lvl5pPr marL="2682301" indent="0">
              <a:buNone/>
              <a:defRPr sz="2053">
                <a:solidFill>
                  <a:schemeClr val="tx1">
                    <a:tint val="75000"/>
                  </a:schemeClr>
                </a:solidFill>
              </a:defRPr>
            </a:lvl5pPr>
            <a:lvl6pPr marL="3352876" indent="0">
              <a:buNone/>
              <a:defRPr sz="2053">
                <a:solidFill>
                  <a:schemeClr val="tx1">
                    <a:tint val="75000"/>
                  </a:schemeClr>
                </a:solidFill>
              </a:defRPr>
            </a:lvl6pPr>
            <a:lvl7pPr marL="4023451" indent="0">
              <a:buNone/>
              <a:defRPr sz="2053">
                <a:solidFill>
                  <a:schemeClr val="tx1">
                    <a:tint val="75000"/>
                  </a:schemeClr>
                </a:solidFill>
              </a:defRPr>
            </a:lvl7pPr>
            <a:lvl8pPr marL="4694027" indent="0">
              <a:buNone/>
              <a:defRPr sz="2053">
                <a:solidFill>
                  <a:schemeClr val="tx1">
                    <a:tint val="75000"/>
                  </a:schemeClr>
                </a:solidFill>
              </a:defRPr>
            </a:lvl8pPr>
            <a:lvl9pPr marL="5364602" indent="0">
              <a:buNone/>
              <a:defRPr sz="2053">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C5F545C-E5C7-4E4A-913C-FB8387D6338B}" type="datetimeFigureOut">
              <a:rPr lang="en-US" smtClean="0"/>
              <a:t>7/15/2026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706781A-847E-4C36-8991-9BB1721B75C0}" type="slidenum">
              <a:rPr lang="en-US" smtClean="0"/>
              <a:t>‹#›</a:t>
            </a:fld>
            <a:endParaRPr lang="en-US"/>
          </a:p>
        </p:txBody>
      </p:sp>
    </p:spTree>
    <p:extLst>
      <p:ext uri="{BB962C8B-B14F-4D97-AF65-F5344CB8AC3E}">
        <p14:creationId xmlns:p14="http://schemas.microsoft.com/office/powerpoint/2010/main" val="185865876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55683" y="782320"/>
            <a:ext cx="11661636" cy="4246880"/>
          </a:xfrm>
        </p:spPr>
        <p:txBody>
          <a:bodyPr anchor="ctr">
            <a:normAutofit/>
          </a:bodyPr>
          <a:lstStyle>
            <a:lvl1pPr algn="l">
              <a:defRPr sz="4107" b="0" cap="all">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906781" y="5699760"/>
            <a:ext cx="10850014" cy="1539803"/>
          </a:xfrm>
        </p:spPr>
        <p:txBody>
          <a:bodyPr vert="horz" lIns="91440" tIns="45720" rIns="91440" bIns="45720" rtlCol="0" anchor="b">
            <a:normAutofit/>
          </a:bodyPr>
          <a:lstStyle>
            <a:lvl1pPr>
              <a:buNone/>
              <a:defRPr lang="en-US" sz="2933" b="0" cap="all"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906780" y="7264400"/>
            <a:ext cx="10850012" cy="1564640"/>
          </a:xfrm>
        </p:spPr>
        <p:txBody>
          <a:bodyPr anchor="t">
            <a:normAutofit/>
          </a:bodyPr>
          <a:lstStyle>
            <a:lvl1pPr marL="0" indent="0" algn="l">
              <a:buNone/>
              <a:defRPr sz="2640">
                <a:solidFill>
                  <a:schemeClr val="bg2">
                    <a:lumMod val="75000"/>
                  </a:schemeClr>
                </a:solidFill>
              </a:defRPr>
            </a:lvl1pPr>
            <a:lvl2pPr marL="670575" indent="0">
              <a:buNone/>
              <a:defRPr sz="2640">
                <a:solidFill>
                  <a:schemeClr val="tx1">
                    <a:tint val="75000"/>
                  </a:schemeClr>
                </a:solidFill>
              </a:defRPr>
            </a:lvl2pPr>
            <a:lvl3pPr marL="1341150" indent="0">
              <a:buNone/>
              <a:defRPr sz="2347">
                <a:solidFill>
                  <a:schemeClr val="tx1">
                    <a:tint val="75000"/>
                  </a:schemeClr>
                </a:solidFill>
              </a:defRPr>
            </a:lvl3pPr>
            <a:lvl4pPr marL="2011726" indent="0">
              <a:buNone/>
              <a:defRPr sz="2053">
                <a:solidFill>
                  <a:schemeClr val="tx1">
                    <a:tint val="75000"/>
                  </a:schemeClr>
                </a:solidFill>
              </a:defRPr>
            </a:lvl4pPr>
            <a:lvl5pPr marL="2682301" indent="0">
              <a:buNone/>
              <a:defRPr sz="2053">
                <a:solidFill>
                  <a:schemeClr val="tx1">
                    <a:tint val="75000"/>
                  </a:schemeClr>
                </a:solidFill>
              </a:defRPr>
            </a:lvl5pPr>
            <a:lvl6pPr marL="3352876" indent="0">
              <a:buNone/>
              <a:defRPr sz="2053">
                <a:solidFill>
                  <a:schemeClr val="tx1">
                    <a:tint val="75000"/>
                  </a:schemeClr>
                </a:solidFill>
              </a:defRPr>
            </a:lvl6pPr>
            <a:lvl7pPr marL="4023451" indent="0">
              <a:buNone/>
              <a:defRPr sz="2053">
                <a:solidFill>
                  <a:schemeClr val="tx1">
                    <a:tint val="75000"/>
                  </a:schemeClr>
                </a:solidFill>
              </a:defRPr>
            </a:lvl7pPr>
            <a:lvl8pPr marL="4694027" indent="0">
              <a:buNone/>
              <a:defRPr sz="2053">
                <a:solidFill>
                  <a:schemeClr val="tx1">
                    <a:tint val="75000"/>
                  </a:schemeClr>
                </a:solidFill>
              </a:defRPr>
            </a:lvl8pPr>
            <a:lvl9pPr marL="5364602" indent="0">
              <a:buNone/>
              <a:defRPr sz="2053">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C5F545C-E5C7-4E4A-913C-FB8387D6338B}" type="datetimeFigureOut">
              <a:rPr lang="en-US" smtClean="0"/>
              <a:t>7/15/2026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706781A-847E-4C36-8991-9BB1721B75C0}" type="slidenum">
              <a:rPr lang="en-US" smtClean="0"/>
              <a:t>‹#›</a:t>
            </a:fld>
            <a:endParaRPr lang="en-US"/>
          </a:p>
        </p:txBody>
      </p:sp>
      <p:sp>
        <p:nvSpPr>
          <p:cNvPr id="14" name="TextBox 13"/>
          <p:cNvSpPr txBox="1"/>
          <p:nvPr/>
        </p:nvSpPr>
        <p:spPr>
          <a:xfrm>
            <a:off x="388621" y="1042249"/>
            <a:ext cx="777442" cy="857671"/>
          </a:xfrm>
          <a:prstGeom prst="rect">
            <a:avLst/>
          </a:prstGeom>
        </p:spPr>
        <p:txBody>
          <a:bodyPr vert="horz" lIns="134112" tIns="67056" rIns="134112" bIns="67056" rtlCol="0" anchor="ctr">
            <a:noAutofit/>
          </a:bodyPr>
          <a:lstStyle/>
          <a:p>
            <a:pPr lvl="0"/>
            <a:r>
              <a:rPr lang="en-US" sz="11734" dirty="0">
                <a:solidFill>
                  <a:schemeClr val="tx1"/>
                </a:solidFill>
                <a:effectLst/>
              </a:rPr>
              <a:t>“</a:t>
            </a:r>
          </a:p>
        </p:txBody>
      </p:sp>
      <p:sp>
        <p:nvSpPr>
          <p:cNvPr id="15" name="TextBox 14"/>
          <p:cNvSpPr txBox="1"/>
          <p:nvPr/>
        </p:nvSpPr>
        <p:spPr>
          <a:xfrm>
            <a:off x="13083541" y="4060615"/>
            <a:ext cx="777442" cy="857671"/>
          </a:xfrm>
          <a:prstGeom prst="rect">
            <a:avLst/>
          </a:prstGeom>
        </p:spPr>
        <p:txBody>
          <a:bodyPr vert="horz" lIns="134112" tIns="67056" rIns="134112" bIns="67056" rtlCol="0" anchor="ctr">
            <a:noAutofit/>
          </a:bodyPr>
          <a:lstStyle/>
          <a:p>
            <a:pPr lvl="0" algn="r"/>
            <a:r>
              <a:rPr lang="en-US" sz="11734" dirty="0">
                <a:solidFill>
                  <a:schemeClr val="tx1"/>
                </a:solidFill>
                <a:effectLst/>
              </a:rPr>
              <a:t>”</a:t>
            </a:r>
          </a:p>
        </p:txBody>
      </p:sp>
    </p:spTree>
    <p:extLst>
      <p:ext uri="{BB962C8B-B14F-4D97-AF65-F5344CB8AC3E}">
        <p14:creationId xmlns:p14="http://schemas.microsoft.com/office/powerpoint/2010/main" val="4675961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906780" y="782320"/>
            <a:ext cx="12793619" cy="4246880"/>
          </a:xfrm>
        </p:spPr>
        <p:txBody>
          <a:bodyPr vert="horz" lIns="91440" tIns="45720" rIns="91440" bIns="45720" rtlCol="0" anchor="ctr">
            <a:normAutofit/>
          </a:bodyPr>
          <a:lstStyle>
            <a:lvl1pPr>
              <a:defRPr lang="en-US" sz="4107"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906781" y="5761850"/>
            <a:ext cx="10850014" cy="1229360"/>
          </a:xfrm>
        </p:spPr>
        <p:txBody>
          <a:bodyPr vert="horz" lIns="91440" tIns="45720" rIns="91440" bIns="45720" rtlCol="0" anchor="b">
            <a:normAutofit/>
          </a:bodyPr>
          <a:lstStyle>
            <a:lvl1pPr>
              <a:buNone/>
              <a:defRPr lang="en-US" sz="2933" b="0" cap="all"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906780" y="6991212"/>
            <a:ext cx="10850012" cy="1837829"/>
          </a:xfrm>
        </p:spPr>
        <p:txBody>
          <a:bodyPr anchor="t">
            <a:normAutofit/>
          </a:bodyPr>
          <a:lstStyle>
            <a:lvl1pPr marL="0" indent="0" algn="l">
              <a:buNone/>
              <a:defRPr sz="2640">
                <a:solidFill>
                  <a:schemeClr val="bg2">
                    <a:lumMod val="75000"/>
                  </a:schemeClr>
                </a:solidFill>
              </a:defRPr>
            </a:lvl1pPr>
            <a:lvl2pPr marL="670575" indent="0">
              <a:buNone/>
              <a:defRPr sz="2640">
                <a:solidFill>
                  <a:schemeClr val="tx1">
                    <a:tint val="75000"/>
                  </a:schemeClr>
                </a:solidFill>
              </a:defRPr>
            </a:lvl2pPr>
            <a:lvl3pPr marL="1341150" indent="0">
              <a:buNone/>
              <a:defRPr sz="2347">
                <a:solidFill>
                  <a:schemeClr val="tx1">
                    <a:tint val="75000"/>
                  </a:schemeClr>
                </a:solidFill>
              </a:defRPr>
            </a:lvl3pPr>
            <a:lvl4pPr marL="2011726" indent="0">
              <a:buNone/>
              <a:defRPr sz="2053">
                <a:solidFill>
                  <a:schemeClr val="tx1">
                    <a:tint val="75000"/>
                  </a:schemeClr>
                </a:solidFill>
              </a:defRPr>
            </a:lvl4pPr>
            <a:lvl5pPr marL="2682301" indent="0">
              <a:buNone/>
              <a:defRPr sz="2053">
                <a:solidFill>
                  <a:schemeClr val="tx1">
                    <a:tint val="75000"/>
                  </a:schemeClr>
                </a:solidFill>
              </a:defRPr>
            </a:lvl5pPr>
            <a:lvl6pPr marL="3352876" indent="0">
              <a:buNone/>
              <a:defRPr sz="2053">
                <a:solidFill>
                  <a:schemeClr val="tx1">
                    <a:tint val="75000"/>
                  </a:schemeClr>
                </a:solidFill>
              </a:defRPr>
            </a:lvl6pPr>
            <a:lvl7pPr marL="4023451" indent="0">
              <a:buNone/>
              <a:defRPr sz="2053">
                <a:solidFill>
                  <a:schemeClr val="tx1">
                    <a:tint val="75000"/>
                  </a:schemeClr>
                </a:solidFill>
              </a:defRPr>
            </a:lvl7pPr>
            <a:lvl8pPr marL="4694027" indent="0">
              <a:buNone/>
              <a:defRPr sz="2053">
                <a:solidFill>
                  <a:schemeClr val="tx1">
                    <a:tint val="75000"/>
                  </a:schemeClr>
                </a:solidFill>
              </a:defRPr>
            </a:lvl8pPr>
            <a:lvl9pPr marL="5364602" indent="0">
              <a:buNone/>
              <a:defRPr sz="2053">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C5F545C-E5C7-4E4A-913C-FB8387D6338B}" type="datetimeFigureOut">
              <a:rPr lang="en-US" smtClean="0"/>
              <a:t>7/15/2026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706781A-847E-4C36-8991-9BB1721B75C0}" type="slidenum">
              <a:rPr lang="en-US" smtClean="0"/>
              <a:t>‹#›</a:t>
            </a:fld>
            <a:endParaRPr lang="en-US"/>
          </a:p>
        </p:txBody>
      </p:sp>
    </p:spTree>
    <p:extLst>
      <p:ext uri="{BB962C8B-B14F-4D97-AF65-F5344CB8AC3E}">
        <p14:creationId xmlns:p14="http://schemas.microsoft.com/office/powerpoint/2010/main" val="399984575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906781" y="6593840"/>
            <a:ext cx="11143274" cy="2235200"/>
          </a:xfrm>
        </p:spPr>
        <p:txBody>
          <a:bodyPr>
            <a:normAutofit/>
          </a:bodyPr>
          <a:lstStyle>
            <a:lvl1pPr algn="l">
              <a:defRPr sz="4107"/>
            </a:lvl1pPr>
          </a:lstStyle>
          <a:p>
            <a:r>
              <a:rPr lang="en-US"/>
              <a:t>Click to edit Master title style</a:t>
            </a:r>
            <a:endParaRPr lang="en-US" dirty="0"/>
          </a:p>
        </p:txBody>
      </p:sp>
      <p:sp>
        <p:nvSpPr>
          <p:cNvPr id="3" name="Vertical Text Placeholder 2"/>
          <p:cNvSpPr>
            <a:spLocks noGrp="1"/>
          </p:cNvSpPr>
          <p:nvPr>
            <p:ph type="body" orient="vert" idx="1"/>
          </p:nvPr>
        </p:nvSpPr>
        <p:spPr>
          <a:xfrm>
            <a:off x="906781" y="782321"/>
            <a:ext cx="11143274" cy="5525916"/>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C5F545C-E5C7-4E4A-913C-FB8387D6338B}" type="datetimeFigureOut">
              <a:rPr lang="en-US" smtClean="0"/>
              <a:t>7/15/2026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706781A-847E-4C36-8991-9BB1721B75C0}" type="slidenum">
              <a:rPr lang="en-US" smtClean="0"/>
              <a:t>‹#›</a:t>
            </a:fld>
            <a:endParaRPr lang="en-US"/>
          </a:p>
        </p:txBody>
      </p:sp>
    </p:spTree>
    <p:extLst>
      <p:ext uri="{BB962C8B-B14F-4D97-AF65-F5344CB8AC3E}">
        <p14:creationId xmlns:p14="http://schemas.microsoft.com/office/powerpoint/2010/main" val="422977786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1162890" y="782320"/>
            <a:ext cx="3475130" cy="6482080"/>
          </a:xfrm>
        </p:spPr>
        <p:txBody>
          <a:bodyPr vert="eaVert">
            <a:normAutofit/>
          </a:bodyPr>
          <a:lstStyle>
            <a:lvl1pPr>
              <a:defRPr sz="4107"/>
            </a:lvl1pPr>
          </a:lstStyle>
          <a:p>
            <a:r>
              <a:rPr lang="en-US"/>
              <a:t>Click to edit Master title style</a:t>
            </a:r>
            <a:endParaRPr lang="en-US" dirty="0"/>
          </a:p>
        </p:txBody>
      </p:sp>
      <p:sp>
        <p:nvSpPr>
          <p:cNvPr id="3" name="Vertical Text Placeholder 2"/>
          <p:cNvSpPr>
            <a:spLocks noGrp="1"/>
          </p:cNvSpPr>
          <p:nvPr>
            <p:ph type="body" orient="vert" idx="1"/>
          </p:nvPr>
        </p:nvSpPr>
        <p:spPr>
          <a:xfrm>
            <a:off x="906780" y="782320"/>
            <a:ext cx="9945020" cy="804672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C5F545C-E5C7-4E4A-913C-FB8387D6338B}" type="datetimeFigureOut">
              <a:rPr lang="en-US" smtClean="0"/>
              <a:t>7/15/2026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706781A-847E-4C36-8991-9BB1721B75C0}" type="slidenum">
              <a:rPr lang="en-US" smtClean="0"/>
              <a:t>‹#›</a:t>
            </a:fld>
            <a:endParaRPr lang="en-US"/>
          </a:p>
        </p:txBody>
      </p:sp>
    </p:spTree>
    <p:extLst>
      <p:ext uri="{BB962C8B-B14F-4D97-AF65-F5344CB8AC3E}">
        <p14:creationId xmlns:p14="http://schemas.microsoft.com/office/powerpoint/2010/main" val="9680400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grpSp>
        <p:nvGrpSpPr>
          <p:cNvPr id="7" name="Group 6"/>
          <p:cNvGrpSpPr/>
          <p:nvPr/>
        </p:nvGrpSpPr>
        <p:grpSpPr>
          <a:xfrm>
            <a:off x="11340148" y="5712179"/>
            <a:ext cx="4199775" cy="3899182"/>
            <a:chOff x="6687077" y="3259666"/>
            <a:chExt cx="2981857" cy="3208867"/>
          </a:xfrm>
        </p:grpSpPr>
        <p:cxnSp>
          <p:nvCxnSpPr>
            <p:cNvPr id="8" name="Straight Connector 7"/>
            <p:cNvCxnSpPr/>
            <p:nvPr/>
          </p:nvCxnSpPr>
          <p:spPr>
            <a:xfrm flipH="1">
              <a:off x="8756120" y="3259666"/>
              <a:ext cx="912814" cy="912812"/>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flipH="1">
              <a:off x="6687077" y="3486677"/>
              <a:ext cx="2981857" cy="2981856"/>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 name="Straight Connector 9"/>
            <p:cNvCxnSpPr/>
            <p:nvPr/>
          </p:nvCxnSpPr>
          <p:spPr>
            <a:xfrm flipH="1">
              <a:off x="7772400" y="3581400"/>
              <a:ext cx="1896534" cy="1896533"/>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1" name="Straight Connector 10"/>
            <p:cNvCxnSpPr/>
            <p:nvPr/>
          </p:nvCxnSpPr>
          <p:spPr>
            <a:xfrm flipH="1">
              <a:off x="7923214" y="3433394"/>
              <a:ext cx="1739738" cy="173974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 name="Straight Connector 11"/>
            <p:cNvCxnSpPr/>
            <p:nvPr/>
          </p:nvCxnSpPr>
          <p:spPr>
            <a:xfrm flipH="1">
              <a:off x="8398935" y="3985317"/>
              <a:ext cx="1264017" cy="1264016"/>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2" name="Title Placeholder 1"/>
          <p:cNvSpPr>
            <a:spLocks noGrp="1"/>
          </p:cNvSpPr>
          <p:nvPr>
            <p:ph type="title"/>
          </p:nvPr>
        </p:nvSpPr>
        <p:spPr>
          <a:xfrm>
            <a:off x="906781" y="6593840"/>
            <a:ext cx="11143274" cy="2235200"/>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06781" y="782321"/>
            <a:ext cx="11143274" cy="5525916"/>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2631417" y="9052565"/>
            <a:ext cx="2040787" cy="535517"/>
          </a:xfrm>
          <a:prstGeom prst="rect">
            <a:avLst/>
          </a:prstGeom>
        </p:spPr>
        <p:txBody>
          <a:bodyPr vert="horz" lIns="91440" tIns="45720" rIns="91440" bIns="45720" rtlCol="0" anchor="t"/>
          <a:lstStyle>
            <a:lvl1pPr algn="r">
              <a:defRPr sz="1467" b="0" i="0">
                <a:solidFill>
                  <a:schemeClr val="bg2">
                    <a:lumMod val="50000"/>
                  </a:schemeClr>
                </a:solidFill>
                <a:effectLst/>
                <a:latin typeface="+mn-lt"/>
              </a:defRPr>
            </a:lvl1pPr>
          </a:lstStyle>
          <a:p>
            <a:fld id="{CC5F545C-E5C7-4E4A-913C-FB8387D6338B}" type="datetimeFigureOut">
              <a:rPr lang="en-US" smtClean="0"/>
              <a:t>7/15/2026</a:t>
            </a:fld>
            <a:endParaRPr lang="en-US"/>
          </a:p>
        </p:txBody>
      </p:sp>
      <p:sp>
        <p:nvSpPr>
          <p:cNvPr id="5" name="Footer Placeholder 4"/>
          <p:cNvSpPr>
            <a:spLocks noGrp="1"/>
          </p:cNvSpPr>
          <p:nvPr>
            <p:ph type="ftr" sz="quarter" idx="3"/>
          </p:nvPr>
        </p:nvSpPr>
        <p:spPr>
          <a:xfrm>
            <a:off x="906780" y="9052561"/>
            <a:ext cx="9879931" cy="535517"/>
          </a:xfrm>
          <a:prstGeom prst="rect">
            <a:avLst/>
          </a:prstGeom>
        </p:spPr>
        <p:txBody>
          <a:bodyPr vert="horz" lIns="91440" tIns="45720" rIns="91440" bIns="45720" rtlCol="0" anchor="t"/>
          <a:lstStyle>
            <a:lvl1pPr algn="l">
              <a:defRPr sz="1467" b="0" i="0">
                <a:solidFill>
                  <a:schemeClr val="bg2">
                    <a:lumMod val="50000"/>
                  </a:schemeClr>
                </a:solidFill>
                <a:effectLst/>
                <a:latin typeface="+mn-lt"/>
              </a:defRPr>
            </a:lvl1pPr>
          </a:lstStyle>
          <a:p>
            <a:endParaRPr lang="en-US"/>
          </a:p>
        </p:txBody>
      </p:sp>
      <p:sp>
        <p:nvSpPr>
          <p:cNvPr id="6" name="Slide Number Placeholder 5"/>
          <p:cNvSpPr>
            <a:spLocks noGrp="1"/>
          </p:cNvSpPr>
          <p:nvPr>
            <p:ph type="sldNum" sz="quarter" idx="4"/>
          </p:nvPr>
        </p:nvSpPr>
        <p:spPr>
          <a:xfrm>
            <a:off x="13216525" y="8181768"/>
            <a:ext cx="1456742" cy="982557"/>
          </a:xfrm>
          <a:prstGeom prst="rect">
            <a:avLst/>
          </a:prstGeom>
        </p:spPr>
        <p:txBody>
          <a:bodyPr vert="horz" lIns="91440" tIns="45720" rIns="91440" bIns="45720" rtlCol="0" anchor="b"/>
          <a:lstStyle>
            <a:lvl1pPr algn="r">
              <a:defRPr sz="4107" b="0" i="0">
                <a:solidFill>
                  <a:schemeClr val="bg2">
                    <a:lumMod val="50000"/>
                  </a:schemeClr>
                </a:solidFill>
                <a:effectLst/>
                <a:latin typeface="+mn-lt"/>
              </a:defRPr>
            </a:lvl1pPr>
          </a:lstStyle>
          <a:p>
            <a:fld id="{E706781A-847E-4C36-8991-9BB1721B75C0}" type="slidenum">
              <a:rPr lang="en-US" smtClean="0"/>
              <a:t>‹#›</a:t>
            </a:fld>
            <a:endParaRPr lang="en-US"/>
          </a:p>
        </p:txBody>
      </p:sp>
    </p:spTree>
    <p:extLst>
      <p:ext uri="{BB962C8B-B14F-4D97-AF65-F5344CB8AC3E}">
        <p14:creationId xmlns:p14="http://schemas.microsoft.com/office/powerpoint/2010/main" val="589169354"/>
      </p:ext>
    </p:extLst>
  </p:cSld>
  <p:clrMap bg1="dk1" tx1="lt1" bg2="dk2" tx2="lt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 id="2147483690" r:id="rId12"/>
    <p:sldLayoutId id="2147483691" r:id="rId13"/>
    <p:sldLayoutId id="2147483692" r:id="rId14"/>
    <p:sldLayoutId id="2147483693" r:id="rId15"/>
    <p:sldLayoutId id="2147483694" r:id="rId16"/>
    <p:sldLayoutId id="2147483695" r:id="rId17"/>
  </p:sldLayoutIdLst>
  <p:txStyles>
    <p:titleStyle>
      <a:lvl1pPr algn="l" defTabSz="670575" rtl="0" eaLnBrk="1" latinLnBrk="0" hangingPunct="1">
        <a:spcBef>
          <a:spcPct val="0"/>
        </a:spcBef>
        <a:buNone/>
        <a:defRPr sz="4693"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419110" indent="-419110" algn="l" defTabSz="670575" rtl="0" eaLnBrk="1" latinLnBrk="0" hangingPunct="1">
        <a:spcBef>
          <a:spcPct val="20000"/>
        </a:spcBef>
        <a:spcAft>
          <a:spcPts val="880"/>
        </a:spcAft>
        <a:buClr>
          <a:schemeClr val="tx1"/>
        </a:buClr>
        <a:buSzPct val="80000"/>
        <a:buFont typeface="Wingdings 3" panose="05040102010807070707" pitchFamily="18" charset="2"/>
        <a:buChar char=""/>
        <a:defRPr sz="2933" kern="1200" cap="none">
          <a:solidFill>
            <a:schemeClr val="bg2">
              <a:lumMod val="75000"/>
            </a:schemeClr>
          </a:solidFill>
          <a:effectLst/>
          <a:latin typeface="+mn-lt"/>
          <a:ea typeface="+mn-ea"/>
          <a:cs typeface="+mn-cs"/>
        </a:defRPr>
      </a:lvl1pPr>
      <a:lvl2pPr marL="1089685" indent="-419110" algn="l" defTabSz="670575" rtl="0" eaLnBrk="1" latinLnBrk="0" hangingPunct="1">
        <a:spcBef>
          <a:spcPct val="20000"/>
        </a:spcBef>
        <a:spcAft>
          <a:spcPts val="880"/>
        </a:spcAft>
        <a:buClr>
          <a:schemeClr val="tx1"/>
        </a:buClr>
        <a:buSzPct val="80000"/>
        <a:buFont typeface="Wingdings 3" panose="05040102010807070707" pitchFamily="18" charset="2"/>
        <a:buChar char=""/>
        <a:defRPr sz="2640" kern="1200" cap="none">
          <a:solidFill>
            <a:schemeClr val="bg2">
              <a:lumMod val="75000"/>
            </a:schemeClr>
          </a:solidFill>
          <a:effectLst/>
          <a:latin typeface="+mn-lt"/>
          <a:ea typeface="+mn-ea"/>
          <a:cs typeface="+mn-cs"/>
        </a:defRPr>
      </a:lvl2pPr>
      <a:lvl3pPr marL="1760260" indent="-419110" algn="l" defTabSz="670575" rtl="0" eaLnBrk="1" latinLnBrk="0" hangingPunct="1">
        <a:spcBef>
          <a:spcPct val="20000"/>
        </a:spcBef>
        <a:spcAft>
          <a:spcPts val="880"/>
        </a:spcAft>
        <a:buClr>
          <a:schemeClr val="tx1"/>
        </a:buClr>
        <a:buSzPct val="80000"/>
        <a:buFont typeface="Wingdings 3" panose="05040102010807070707" pitchFamily="18" charset="2"/>
        <a:buChar char=""/>
        <a:defRPr sz="2347" kern="1200" cap="none">
          <a:solidFill>
            <a:schemeClr val="bg2">
              <a:lumMod val="75000"/>
            </a:schemeClr>
          </a:solidFill>
          <a:effectLst/>
          <a:latin typeface="+mn-lt"/>
          <a:ea typeface="+mn-ea"/>
          <a:cs typeface="+mn-cs"/>
        </a:defRPr>
      </a:lvl3pPr>
      <a:lvl4pPr marL="2263191" indent="-251466" algn="l" defTabSz="670575" rtl="0" eaLnBrk="1" latinLnBrk="0" hangingPunct="1">
        <a:spcBef>
          <a:spcPct val="20000"/>
        </a:spcBef>
        <a:spcAft>
          <a:spcPts val="880"/>
        </a:spcAft>
        <a:buClr>
          <a:schemeClr val="tx1"/>
        </a:buClr>
        <a:buSzPct val="80000"/>
        <a:buFont typeface="Wingdings 3" panose="05040102010807070707" pitchFamily="18" charset="2"/>
        <a:buChar char=""/>
        <a:defRPr sz="2053" kern="1200" cap="none">
          <a:solidFill>
            <a:schemeClr val="bg2">
              <a:lumMod val="75000"/>
            </a:schemeClr>
          </a:solidFill>
          <a:effectLst/>
          <a:latin typeface="+mn-lt"/>
          <a:ea typeface="+mn-ea"/>
          <a:cs typeface="+mn-cs"/>
        </a:defRPr>
      </a:lvl4pPr>
      <a:lvl5pPr marL="2933767" indent="-251466" algn="l" defTabSz="670575" rtl="0" eaLnBrk="1" latinLnBrk="0" hangingPunct="1">
        <a:spcBef>
          <a:spcPct val="20000"/>
        </a:spcBef>
        <a:spcAft>
          <a:spcPts val="880"/>
        </a:spcAft>
        <a:buClr>
          <a:schemeClr val="tx1"/>
        </a:buClr>
        <a:buSzPct val="80000"/>
        <a:buFont typeface="Wingdings 3" panose="05040102010807070707" pitchFamily="18" charset="2"/>
        <a:buChar char=""/>
        <a:defRPr sz="2053" kern="1200" cap="none">
          <a:solidFill>
            <a:schemeClr val="bg2">
              <a:lumMod val="75000"/>
            </a:schemeClr>
          </a:solidFill>
          <a:effectLst/>
          <a:latin typeface="+mn-lt"/>
          <a:ea typeface="+mn-ea"/>
          <a:cs typeface="+mn-cs"/>
        </a:defRPr>
      </a:lvl5pPr>
      <a:lvl6pPr marL="3688164" indent="-335288" algn="l" defTabSz="670575" rtl="0" eaLnBrk="1" latinLnBrk="0" hangingPunct="1">
        <a:spcBef>
          <a:spcPct val="20000"/>
        </a:spcBef>
        <a:spcAft>
          <a:spcPts val="880"/>
        </a:spcAft>
        <a:buClr>
          <a:schemeClr val="tx1"/>
        </a:buClr>
        <a:buSzPct val="80000"/>
        <a:buFont typeface="Wingdings 3" panose="05040102010807070707" pitchFamily="18" charset="2"/>
        <a:buChar char=""/>
        <a:defRPr sz="2053" kern="1200" cap="none">
          <a:solidFill>
            <a:schemeClr val="bg2">
              <a:lumMod val="75000"/>
            </a:schemeClr>
          </a:solidFill>
          <a:effectLst/>
          <a:latin typeface="+mn-lt"/>
          <a:ea typeface="+mn-ea"/>
          <a:cs typeface="+mn-cs"/>
        </a:defRPr>
      </a:lvl6pPr>
      <a:lvl7pPr marL="4358739" indent="-335288" algn="l" defTabSz="670575" rtl="0" eaLnBrk="1" latinLnBrk="0" hangingPunct="1">
        <a:spcBef>
          <a:spcPct val="20000"/>
        </a:spcBef>
        <a:spcAft>
          <a:spcPts val="880"/>
        </a:spcAft>
        <a:buClr>
          <a:schemeClr val="tx1"/>
        </a:buClr>
        <a:buSzPct val="80000"/>
        <a:buFont typeface="Wingdings 3" panose="05040102010807070707" pitchFamily="18" charset="2"/>
        <a:buChar char=""/>
        <a:defRPr sz="2053" kern="1200" cap="none">
          <a:solidFill>
            <a:schemeClr val="bg2">
              <a:lumMod val="75000"/>
            </a:schemeClr>
          </a:solidFill>
          <a:effectLst/>
          <a:latin typeface="+mn-lt"/>
          <a:ea typeface="+mn-ea"/>
          <a:cs typeface="+mn-cs"/>
        </a:defRPr>
      </a:lvl7pPr>
      <a:lvl8pPr marL="5029314" indent="-335288" algn="l" defTabSz="670575" rtl="0" eaLnBrk="1" latinLnBrk="0" hangingPunct="1">
        <a:spcBef>
          <a:spcPct val="20000"/>
        </a:spcBef>
        <a:spcAft>
          <a:spcPts val="880"/>
        </a:spcAft>
        <a:buClr>
          <a:schemeClr val="tx1"/>
        </a:buClr>
        <a:buSzPct val="80000"/>
        <a:buFont typeface="Wingdings 3" panose="05040102010807070707" pitchFamily="18" charset="2"/>
        <a:buChar char=""/>
        <a:defRPr sz="2053" kern="1200" cap="none">
          <a:solidFill>
            <a:schemeClr val="bg2">
              <a:lumMod val="75000"/>
            </a:schemeClr>
          </a:solidFill>
          <a:effectLst/>
          <a:latin typeface="+mn-lt"/>
          <a:ea typeface="+mn-ea"/>
          <a:cs typeface="+mn-cs"/>
        </a:defRPr>
      </a:lvl8pPr>
      <a:lvl9pPr marL="5699890" indent="-335288" algn="l" defTabSz="670575" rtl="0" eaLnBrk="1" latinLnBrk="0" hangingPunct="1">
        <a:spcBef>
          <a:spcPct val="20000"/>
        </a:spcBef>
        <a:spcAft>
          <a:spcPts val="880"/>
        </a:spcAft>
        <a:buClr>
          <a:schemeClr val="tx1"/>
        </a:buClr>
        <a:buSzPct val="80000"/>
        <a:buFont typeface="Wingdings 3" panose="05040102010807070707" pitchFamily="18" charset="2"/>
        <a:buChar char=""/>
        <a:defRPr sz="2053" kern="1200" cap="none">
          <a:solidFill>
            <a:schemeClr val="bg2">
              <a:lumMod val="75000"/>
            </a:schemeClr>
          </a:solidFill>
          <a:effectLst/>
          <a:latin typeface="+mn-lt"/>
          <a:ea typeface="+mn-ea"/>
          <a:cs typeface="+mn-cs"/>
        </a:defRPr>
      </a:lvl9pPr>
    </p:bodyStyle>
    <p:otherStyle>
      <a:defPPr>
        <a:defRPr lang="en-US"/>
      </a:defPPr>
      <a:lvl1pPr marL="0" algn="l" defTabSz="670575" rtl="0" eaLnBrk="1" latinLnBrk="0" hangingPunct="1">
        <a:defRPr sz="2640" kern="1200">
          <a:solidFill>
            <a:schemeClr val="tx1"/>
          </a:solidFill>
          <a:latin typeface="+mn-lt"/>
          <a:ea typeface="+mn-ea"/>
          <a:cs typeface="+mn-cs"/>
        </a:defRPr>
      </a:lvl1pPr>
      <a:lvl2pPr marL="670575" algn="l" defTabSz="670575" rtl="0" eaLnBrk="1" latinLnBrk="0" hangingPunct="1">
        <a:defRPr sz="2640" kern="1200">
          <a:solidFill>
            <a:schemeClr val="tx1"/>
          </a:solidFill>
          <a:latin typeface="+mn-lt"/>
          <a:ea typeface="+mn-ea"/>
          <a:cs typeface="+mn-cs"/>
        </a:defRPr>
      </a:lvl2pPr>
      <a:lvl3pPr marL="1341150" algn="l" defTabSz="670575" rtl="0" eaLnBrk="1" latinLnBrk="0" hangingPunct="1">
        <a:defRPr sz="2640" kern="1200">
          <a:solidFill>
            <a:schemeClr val="tx1"/>
          </a:solidFill>
          <a:latin typeface="+mn-lt"/>
          <a:ea typeface="+mn-ea"/>
          <a:cs typeface="+mn-cs"/>
        </a:defRPr>
      </a:lvl3pPr>
      <a:lvl4pPr marL="2011726" algn="l" defTabSz="670575" rtl="0" eaLnBrk="1" latinLnBrk="0" hangingPunct="1">
        <a:defRPr sz="2640" kern="1200">
          <a:solidFill>
            <a:schemeClr val="tx1"/>
          </a:solidFill>
          <a:latin typeface="+mn-lt"/>
          <a:ea typeface="+mn-ea"/>
          <a:cs typeface="+mn-cs"/>
        </a:defRPr>
      </a:lvl4pPr>
      <a:lvl5pPr marL="2682301" algn="l" defTabSz="670575" rtl="0" eaLnBrk="1" latinLnBrk="0" hangingPunct="1">
        <a:defRPr sz="2640" kern="1200">
          <a:solidFill>
            <a:schemeClr val="tx1"/>
          </a:solidFill>
          <a:latin typeface="+mn-lt"/>
          <a:ea typeface="+mn-ea"/>
          <a:cs typeface="+mn-cs"/>
        </a:defRPr>
      </a:lvl5pPr>
      <a:lvl6pPr marL="3352876" algn="l" defTabSz="670575" rtl="0" eaLnBrk="1" latinLnBrk="0" hangingPunct="1">
        <a:defRPr sz="2640" kern="1200">
          <a:solidFill>
            <a:schemeClr val="tx1"/>
          </a:solidFill>
          <a:latin typeface="+mn-lt"/>
          <a:ea typeface="+mn-ea"/>
          <a:cs typeface="+mn-cs"/>
        </a:defRPr>
      </a:lvl6pPr>
      <a:lvl7pPr marL="4023451" algn="l" defTabSz="670575" rtl="0" eaLnBrk="1" latinLnBrk="0" hangingPunct="1">
        <a:defRPr sz="2640" kern="1200">
          <a:solidFill>
            <a:schemeClr val="tx1"/>
          </a:solidFill>
          <a:latin typeface="+mn-lt"/>
          <a:ea typeface="+mn-ea"/>
          <a:cs typeface="+mn-cs"/>
        </a:defRPr>
      </a:lvl7pPr>
      <a:lvl8pPr marL="4694027" algn="l" defTabSz="670575" rtl="0" eaLnBrk="1" latinLnBrk="0" hangingPunct="1">
        <a:defRPr sz="2640" kern="1200">
          <a:solidFill>
            <a:schemeClr val="tx1"/>
          </a:solidFill>
          <a:latin typeface="+mn-lt"/>
          <a:ea typeface="+mn-ea"/>
          <a:cs typeface="+mn-cs"/>
        </a:defRPr>
      </a:lvl8pPr>
      <a:lvl9pPr marL="5364602" algn="l" defTabSz="670575" rtl="0" eaLnBrk="1" latinLnBrk="0" hangingPunct="1">
        <a:defRPr sz="264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mailto:info@thehowellgroup.co"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flip="none" rotWithShape="1">
          <a:gsLst>
            <a:gs pos="23000">
              <a:srgbClr val="357D95"/>
            </a:gs>
            <a:gs pos="61000">
              <a:srgbClr val="357D95"/>
            </a:gs>
            <a:gs pos="100000">
              <a:schemeClr val="tx1"/>
            </a:gs>
          </a:gsLst>
          <a:lin ang="5400000" scaled="1"/>
          <a:tileRect/>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477FE5-5287-A793-C022-DC2708E815FE}"/>
              </a:ext>
            </a:extLst>
          </p:cNvPr>
          <p:cNvSpPr>
            <a:spLocks noGrp="1"/>
          </p:cNvSpPr>
          <p:nvPr>
            <p:ph type="ctrTitle"/>
          </p:nvPr>
        </p:nvSpPr>
        <p:spPr/>
        <p:txBody>
          <a:bodyPr/>
          <a:lstStyle/>
          <a:p>
            <a:r>
              <a:rPr lang="en-US" b="1" dirty="0">
                <a:latin typeface="Franklin Gothic Book" panose="020B0503020102020204" pitchFamily="34" charset="0"/>
              </a:rPr>
              <a:t>Creating Solutions for our healthcare clients</a:t>
            </a:r>
          </a:p>
        </p:txBody>
      </p:sp>
      <p:sp>
        <p:nvSpPr>
          <p:cNvPr id="3" name="Subtitle 2">
            <a:extLst>
              <a:ext uri="{FF2B5EF4-FFF2-40B4-BE49-F238E27FC236}">
                <a16:creationId xmlns:a16="http://schemas.microsoft.com/office/drawing/2014/main" id="{49A32ED7-6733-E8F2-273A-BBFD58631858}"/>
              </a:ext>
            </a:extLst>
          </p:cNvPr>
          <p:cNvSpPr>
            <a:spLocks noGrp="1"/>
          </p:cNvSpPr>
          <p:nvPr>
            <p:ph type="subTitle" idx="1"/>
          </p:nvPr>
        </p:nvSpPr>
        <p:spPr/>
        <p:txBody>
          <a:bodyPr/>
          <a:lstStyle/>
          <a:p>
            <a:r>
              <a:rPr lang="en-US" dirty="0">
                <a:solidFill>
                  <a:schemeClr val="tx1"/>
                </a:solidFill>
                <a:latin typeface="Franklin Gothic Book" panose="020B0503020102020204" pitchFamily="34" charset="0"/>
              </a:rPr>
              <a:t>Utilizing Case Histories and Proven Processes</a:t>
            </a:r>
          </a:p>
        </p:txBody>
      </p:sp>
      <p:pic>
        <p:nvPicPr>
          <p:cNvPr id="7" name="Picture 6">
            <a:extLst>
              <a:ext uri="{FF2B5EF4-FFF2-40B4-BE49-F238E27FC236}">
                <a16:creationId xmlns:a16="http://schemas.microsoft.com/office/drawing/2014/main" id="{908E96F6-65C1-00D0-C61D-7645655454D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189705" y="8444090"/>
            <a:ext cx="1448315" cy="815151"/>
          </a:xfrm>
          <a:prstGeom prst="rect">
            <a:avLst/>
          </a:prstGeom>
        </p:spPr>
      </p:pic>
    </p:spTree>
    <p:extLst>
      <p:ext uri="{BB962C8B-B14F-4D97-AF65-F5344CB8AC3E}">
        <p14:creationId xmlns:p14="http://schemas.microsoft.com/office/powerpoint/2010/main" val="5490873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rotWithShape="1">
          <a:gsLst>
            <a:gs pos="36000">
              <a:srgbClr val="357D95"/>
            </a:gs>
            <a:gs pos="100000">
              <a:schemeClr val="tx1"/>
            </a:gs>
          </a:gsLst>
          <a:lin ang="612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18992C-CE2E-6E3E-FD1C-047D90320EB5}"/>
              </a:ext>
            </a:extLst>
          </p:cNvPr>
          <p:cNvSpPr>
            <a:spLocks noGrp="1"/>
          </p:cNvSpPr>
          <p:nvPr>
            <p:ph type="title"/>
          </p:nvPr>
        </p:nvSpPr>
        <p:spPr>
          <a:xfrm>
            <a:off x="677584" y="1440557"/>
            <a:ext cx="8534400" cy="436881"/>
          </a:xfrm>
        </p:spPr>
        <p:txBody>
          <a:bodyPr>
            <a:noAutofit/>
          </a:bodyPr>
          <a:lstStyle/>
          <a:p>
            <a:r>
              <a:rPr lang="en-US" sz="3200" b="1" dirty="0">
                <a:solidFill>
                  <a:schemeClr val="bg1"/>
                </a:solidFill>
                <a:latin typeface="Franklin Gothic Book" panose="020B0503020102020204" pitchFamily="34" charset="0"/>
              </a:rPr>
              <a:t>Facility owners and operator challenges</a:t>
            </a:r>
          </a:p>
        </p:txBody>
      </p:sp>
      <p:sp>
        <p:nvSpPr>
          <p:cNvPr id="3" name="Content Placeholder 2">
            <a:extLst>
              <a:ext uri="{FF2B5EF4-FFF2-40B4-BE49-F238E27FC236}">
                <a16:creationId xmlns:a16="http://schemas.microsoft.com/office/drawing/2014/main" id="{D44EC203-7F70-60C3-3ADD-DC7CE5375710}"/>
              </a:ext>
            </a:extLst>
          </p:cNvPr>
          <p:cNvSpPr>
            <a:spLocks noGrp="1"/>
          </p:cNvSpPr>
          <p:nvPr>
            <p:ph idx="1"/>
          </p:nvPr>
        </p:nvSpPr>
        <p:spPr>
          <a:xfrm>
            <a:off x="677584" y="2111034"/>
            <a:ext cx="12143471" cy="6069928"/>
          </a:xfrm>
        </p:spPr>
        <p:txBody>
          <a:bodyPr anchor="t">
            <a:normAutofit/>
          </a:bodyPr>
          <a:lstStyle/>
          <a:p>
            <a:pPr>
              <a:buClr>
                <a:schemeClr val="bg1"/>
              </a:buClr>
              <a:buFont typeface="Wingdings" panose="05000000000000000000" pitchFamily="2" charset="2"/>
              <a:buChar char="Ø"/>
            </a:pPr>
            <a:r>
              <a:rPr lang="en-US" sz="2000" dirty="0">
                <a:solidFill>
                  <a:schemeClr val="bg1"/>
                </a:solidFill>
                <a:latin typeface="Franklin Gothic Book" panose="020B0503020102020204" pitchFamily="34" charset="0"/>
              </a:rPr>
              <a:t>How to provide care to an aging population</a:t>
            </a:r>
          </a:p>
          <a:p>
            <a:pPr lvl="1">
              <a:buClr>
                <a:schemeClr val="bg1"/>
              </a:buClr>
              <a:buFont typeface="Wingdings" panose="05000000000000000000" pitchFamily="2" charset="2"/>
              <a:buChar char="Ø"/>
            </a:pPr>
            <a:r>
              <a:rPr lang="en-US" sz="1800" dirty="0">
                <a:solidFill>
                  <a:schemeClr val="bg1"/>
                </a:solidFill>
                <a:latin typeface="Franklin Gothic Book" panose="020B0503020102020204" pitchFamily="34" charset="0"/>
              </a:rPr>
              <a:t>Department of Public Health recommends 250 staffed acute care patient beds per 100,000.  CA average 224</a:t>
            </a:r>
          </a:p>
          <a:p>
            <a:pPr lvl="1">
              <a:buClr>
                <a:schemeClr val="bg1"/>
              </a:buClr>
              <a:buFont typeface="Wingdings" panose="05000000000000000000" pitchFamily="2" charset="2"/>
              <a:buChar char="Ø"/>
            </a:pPr>
            <a:r>
              <a:rPr lang="en-US" sz="1800" dirty="0">
                <a:solidFill>
                  <a:schemeClr val="bg1"/>
                </a:solidFill>
                <a:latin typeface="Franklin Gothic Book" panose="020B0503020102020204" pitchFamily="34" charset="0"/>
              </a:rPr>
              <a:t>Treatment Advocacy Group recommends 50 psychiatric care beds per 100,000.  CA average 19</a:t>
            </a:r>
          </a:p>
          <a:p>
            <a:pPr>
              <a:buClr>
                <a:schemeClr val="bg1"/>
              </a:buClr>
              <a:buFont typeface="Wingdings" panose="05000000000000000000" pitchFamily="2" charset="2"/>
              <a:buChar char="Ø"/>
            </a:pPr>
            <a:r>
              <a:rPr lang="en-US" sz="2000" dirty="0">
                <a:solidFill>
                  <a:schemeClr val="bg1"/>
                </a:solidFill>
                <a:latin typeface="Franklin Gothic Book" panose="020B0503020102020204" pitchFamily="34" charset="0"/>
              </a:rPr>
              <a:t>Access to emergency care and primary care physicians</a:t>
            </a:r>
          </a:p>
          <a:p>
            <a:pPr lvl="1">
              <a:buClr>
                <a:schemeClr val="bg1"/>
              </a:buClr>
              <a:buFont typeface="Wingdings" panose="05000000000000000000" pitchFamily="2" charset="2"/>
              <a:buChar char="Ø"/>
            </a:pPr>
            <a:r>
              <a:rPr lang="en-US" sz="1800" dirty="0">
                <a:solidFill>
                  <a:schemeClr val="bg1"/>
                </a:solidFill>
                <a:latin typeface="Franklin Gothic Book" panose="020B0503020102020204" pitchFamily="34" charset="0"/>
              </a:rPr>
              <a:t>CA ranks as one of the lowest nationally regarding number of emergency departments per capita (6.7 / 1M)  And one of the highest regarding emergency department wait times (5 hrs.) CA v. (1.5 hrs.) US</a:t>
            </a:r>
          </a:p>
          <a:p>
            <a:pPr lvl="1">
              <a:buClr>
                <a:schemeClr val="bg1"/>
              </a:buClr>
              <a:buFont typeface="Wingdings" panose="05000000000000000000" pitchFamily="2" charset="2"/>
              <a:buChar char="Ø"/>
            </a:pPr>
            <a:r>
              <a:rPr lang="en-US" sz="1800" dirty="0">
                <a:solidFill>
                  <a:schemeClr val="bg1"/>
                </a:solidFill>
                <a:latin typeface="Franklin Gothic Book" panose="020B0503020102020204" pitchFamily="34" charset="0"/>
              </a:rPr>
              <a:t>Number of primary care physicians; (84 / 100,000) CA v. (86 / 100,000) US</a:t>
            </a:r>
          </a:p>
          <a:p>
            <a:pPr>
              <a:buClr>
                <a:schemeClr val="bg1"/>
              </a:buClr>
              <a:buFont typeface="Wingdings" panose="05000000000000000000" pitchFamily="2" charset="2"/>
              <a:buChar char="Ø"/>
            </a:pPr>
            <a:r>
              <a:rPr lang="en-US" sz="2000" dirty="0">
                <a:solidFill>
                  <a:schemeClr val="bg1"/>
                </a:solidFill>
                <a:latin typeface="Franklin Gothic Book" panose="020B0503020102020204" pitchFamily="34" charset="0"/>
              </a:rPr>
              <a:t>How to adapt to ever-changing demographics for each specific location</a:t>
            </a:r>
          </a:p>
          <a:p>
            <a:pPr lvl="1">
              <a:buClr>
                <a:schemeClr val="bg1"/>
              </a:buClr>
              <a:buFont typeface="Wingdings" panose="05000000000000000000" pitchFamily="2" charset="2"/>
              <a:buChar char="Ø"/>
            </a:pPr>
            <a:r>
              <a:rPr lang="en-US" sz="1800" dirty="0">
                <a:solidFill>
                  <a:schemeClr val="bg1"/>
                </a:solidFill>
                <a:latin typeface="Franklin Gothic Book" panose="020B0503020102020204" pitchFamily="34" charset="0"/>
              </a:rPr>
              <a:t>Population density, growth, age, race, sex, and household income</a:t>
            </a:r>
          </a:p>
          <a:p>
            <a:pPr lvl="1">
              <a:buClr>
                <a:schemeClr val="bg1"/>
              </a:buClr>
              <a:buFont typeface="Wingdings" panose="05000000000000000000" pitchFamily="2" charset="2"/>
              <a:buChar char="Ø"/>
            </a:pPr>
            <a:r>
              <a:rPr lang="en-US" sz="1800" dirty="0">
                <a:solidFill>
                  <a:schemeClr val="bg1"/>
                </a:solidFill>
                <a:latin typeface="Franklin Gothic Book" panose="020B0503020102020204" pitchFamily="34" charset="0"/>
              </a:rPr>
              <a:t>Health outcomes based on patient discharge data (Examples</a:t>
            </a:r>
            <a:r>
              <a:rPr lang="en-US" sz="1800" dirty="0">
                <a:solidFill>
                  <a:schemeClr val="bg1"/>
                </a:solidFill>
                <a:latin typeface="Franklin Gothic Book" panose="020B0503020102020204" pitchFamily="34" charset="0"/>
                <a:sym typeface="Wingdings" panose="05000000000000000000" pitchFamily="2" charset="2"/>
              </a:rPr>
              <a:t>)</a:t>
            </a:r>
          </a:p>
          <a:p>
            <a:pPr lvl="2">
              <a:buClr>
                <a:schemeClr val="bg1"/>
              </a:buClr>
              <a:buFont typeface="Wingdings" panose="05000000000000000000" pitchFamily="2" charset="2"/>
              <a:buChar char="Ø"/>
            </a:pPr>
            <a:r>
              <a:rPr lang="en-US" sz="1600" dirty="0">
                <a:solidFill>
                  <a:schemeClr val="bg1"/>
                </a:solidFill>
                <a:latin typeface="Franklin Gothic Book" panose="020B0503020102020204" pitchFamily="34" charset="0"/>
                <a:sym typeface="Wingdings" panose="05000000000000000000" pitchFamily="2" charset="2"/>
              </a:rPr>
              <a:t>Cancer mortality, cervical cancer incidence, colon &amp; rectum cancer incidence, diabetes prevalence, heart disease mortality, lung disease mortality, motor vehicle crash death, obesity (adult), overweight (adult), pedestrian motor vehicle death, poor dental health, poor general health, disabilities, premature death, stroke mortality, suicide…</a:t>
            </a:r>
          </a:p>
        </p:txBody>
      </p:sp>
      <p:pic>
        <p:nvPicPr>
          <p:cNvPr id="6" name="Picture 5">
            <a:extLst>
              <a:ext uri="{FF2B5EF4-FFF2-40B4-BE49-F238E27FC236}">
                <a16:creationId xmlns:a16="http://schemas.microsoft.com/office/drawing/2014/main" id="{35003987-0719-02DB-A45F-8A4932407FE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189705" y="8444090"/>
            <a:ext cx="1448315" cy="815151"/>
          </a:xfrm>
          <a:prstGeom prst="rect">
            <a:avLst/>
          </a:prstGeom>
        </p:spPr>
      </p:pic>
    </p:spTree>
    <p:extLst>
      <p:ext uri="{BB962C8B-B14F-4D97-AF65-F5344CB8AC3E}">
        <p14:creationId xmlns:p14="http://schemas.microsoft.com/office/powerpoint/2010/main" val="11770411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rotWithShape="1">
          <a:gsLst>
            <a:gs pos="36000">
              <a:srgbClr val="357D95"/>
            </a:gs>
            <a:gs pos="100000">
              <a:schemeClr val="tx1"/>
            </a:gs>
          </a:gsLst>
          <a:lin ang="6120000" scaled="1"/>
        </a:gradFill>
        <a:effectLst/>
      </p:bgPr>
    </p:bg>
    <p:spTree>
      <p:nvGrpSpPr>
        <p:cNvPr id="1" name="">
          <a:extLst>
            <a:ext uri="{FF2B5EF4-FFF2-40B4-BE49-F238E27FC236}">
              <a16:creationId xmlns:a16="http://schemas.microsoft.com/office/drawing/2014/main" id="{5A993339-DE5D-710F-60F4-209A24ADA813}"/>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C053462-AC77-B093-E5DE-466898E12F50}"/>
              </a:ext>
            </a:extLst>
          </p:cNvPr>
          <p:cNvSpPr>
            <a:spLocks noGrp="1"/>
          </p:cNvSpPr>
          <p:nvPr>
            <p:ph idx="1"/>
          </p:nvPr>
        </p:nvSpPr>
        <p:spPr>
          <a:xfrm>
            <a:off x="677583" y="2139547"/>
            <a:ext cx="11365259" cy="6304543"/>
          </a:xfrm>
        </p:spPr>
        <p:txBody>
          <a:bodyPr anchor="t">
            <a:normAutofit/>
          </a:bodyPr>
          <a:lstStyle/>
          <a:p>
            <a:pPr>
              <a:buClr>
                <a:schemeClr val="bg1"/>
              </a:buClr>
              <a:buFont typeface="Wingdings" panose="05000000000000000000" pitchFamily="2" charset="2"/>
              <a:buChar char="Ø"/>
            </a:pPr>
            <a:r>
              <a:rPr lang="en-US" sz="2000" dirty="0">
                <a:solidFill>
                  <a:schemeClr val="bg1"/>
                </a:solidFill>
                <a:latin typeface="Franklin Gothic Book" panose="020B0503020102020204" pitchFamily="34" charset="0"/>
              </a:rPr>
              <a:t>Healthcare insurance breakdown (reimbursements)</a:t>
            </a:r>
          </a:p>
          <a:p>
            <a:pPr lvl="1">
              <a:buClr>
                <a:schemeClr val="bg1"/>
              </a:buClr>
              <a:buFont typeface="Wingdings" panose="05000000000000000000" pitchFamily="2" charset="2"/>
              <a:buChar char="Ø"/>
            </a:pPr>
            <a:r>
              <a:rPr lang="en-US" sz="1800" dirty="0">
                <a:solidFill>
                  <a:schemeClr val="bg1"/>
                </a:solidFill>
                <a:latin typeface="Franklin Gothic Book" panose="020B0503020102020204" pitchFamily="34" charset="0"/>
              </a:rPr>
              <a:t>Employer					(45%) CA		(48%) US</a:t>
            </a:r>
          </a:p>
          <a:p>
            <a:pPr lvl="1">
              <a:buClr>
                <a:schemeClr val="bg1"/>
              </a:buClr>
              <a:buFont typeface="Wingdings" panose="05000000000000000000" pitchFamily="2" charset="2"/>
              <a:buChar char="Ø"/>
            </a:pPr>
            <a:r>
              <a:rPr lang="en-US" sz="1800" dirty="0">
                <a:solidFill>
                  <a:schemeClr val="bg1"/>
                </a:solidFill>
                <a:latin typeface="Franklin Gothic Book" panose="020B0503020102020204" pitchFamily="34" charset="0"/>
              </a:rPr>
              <a:t>Private					(06%) CA		(05%) US</a:t>
            </a:r>
          </a:p>
          <a:p>
            <a:pPr lvl="1">
              <a:buClr>
                <a:schemeClr val="bg1"/>
              </a:buClr>
              <a:buFont typeface="Wingdings" panose="05000000000000000000" pitchFamily="2" charset="2"/>
              <a:buChar char="Ø"/>
            </a:pPr>
            <a:r>
              <a:rPr lang="en-US" sz="1800" dirty="0">
                <a:solidFill>
                  <a:schemeClr val="bg1"/>
                </a:solidFill>
                <a:latin typeface="Franklin Gothic Book" panose="020B0503020102020204" pitchFamily="34" charset="0"/>
              </a:rPr>
              <a:t>Medicaid / Medi-Cal			(19%) CA		(16%) US</a:t>
            </a:r>
          </a:p>
          <a:p>
            <a:pPr lvl="1">
              <a:buClr>
                <a:schemeClr val="bg1"/>
              </a:buClr>
              <a:buFont typeface="Wingdings" panose="05000000000000000000" pitchFamily="2" charset="2"/>
              <a:buChar char="Ø"/>
            </a:pPr>
            <a:r>
              <a:rPr lang="en-US" sz="1800" dirty="0">
                <a:solidFill>
                  <a:schemeClr val="bg1"/>
                </a:solidFill>
                <a:latin typeface="Franklin Gothic Book" panose="020B0503020102020204" pitchFamily="34" charset="0"/>
              </a:rPr>
              <a:t>Medicare					(10%) CA		(14%) US</a:t>
            </a:r>
          </a:p>
          <a:p>
            <a:pPr lvl="1">
              <a:buClr>
                <a:schemeClr val="bg1"/>
              </a:buClr>
              <a:buFont typeface="Wingdings" panose="05000000000000000000" pitchFamily="2" charset="2"/>
              <a:buChar char="Ø"/>
            </a:pPr>
            <a:r>
              <a:rPr lang="en-US" sz="1800" dirty="0">
                <a:solidFill>
                  <a:schemeClr val="bg1"/>
                </a:solidFill>
                <a:latin typeface="Franklin Gothic Book" panose="020B0503020102020204" pitchFamily="34" charset="0"/>
              </a:rPr>
              <a:t>Public					(01%) CA		(01%) US</a:t>
            </a:r>
          </a:p>
          <a:p>
            <a:pPr lvl="1">
              <a:buClr>
                <a:schemeClr val="bg1"/>
              </a:buClr>
              <a:buFont typeface="Wingdings" panose="05000000000000000000" pitchFamily="2" charset="2"/>
              <a:buChar char="Ø"/>
            </a:pPr>
            <a:r>
              <a:rPr lang="en-US" sz="1800" dirty="0">
                <a:solidFill>
                  <a:schemeClr val="bg1"/>
                </a:solidFill>
                <a:latin typeface="Franklin Gothic Book" panose="020B0503020102020204" pitchFamily="34" charset="0"/>
              </a:rPr>
              <a:t>Uninsured				(19%) CA		(15%) US</a:t>
            </a:r>
          </a:p>
          <a:p>
            <a:pPr marL="0" indent="0">
              <a:buClr>
                <a:schemeClr val="bg1"/>
              </a:buClr>
              <a:buNone/>
            </a:pPr>
            <a:r>
              <a:rPr lang="en-US" sz="2000" b="1" dirty="0">
                <a:solidFill>
                  <a:schemeClr val="bg1"/>
                </a:solidFill>
                <a:latin typeface="Franklin Gothic Book" panose="020B0503020102020204" pitchFamily="34" charset="0"/>
              </a:rPr>
              <a:t>House Resolution 1 (H.R. 1) </a:t>
            </a:r>
            <a:r>
              <a:rPr lang="en-US" sz="2000" dirty="0">
                <a:solidFill>
                  <a:schemeClr val="bg1"/>
                </a:solidFill>
                <a:latin typeface="Franklin Gothic Book" panose="020B0503020102020204" pitchFamily="34" charset="0"/>
              </a:rPr>
              <a:t>was passed in mid-2025.  The Congressional Budget Office estimates that by 2034, as many as 10M individuals nationwide will become uninsured as numerous new eligibility rules are imposed on Medicaid and ACA programs</a:t>
            </a:r>
          </a:p>
          <a:p>
            <a:pPr marL="0" indent="0">
              <a:buClr>
                <a:schemeClr val="bg1"/>
              </a:buClr>
              <a:buNone/>
            </a:pPr>
            <a:r>
              <a:rPr lang="en-US" sz="2000" dirty="0">
                <a:solidFill>
                  <a:schemeClr val="bg1"/>
                </a:solidFill>
                <a:latin typeface="Franklin Gothic Book" panose="020B0503020102020204" pitchFamily="34" charset="0"/>
              </a:rPr>
              <a:t>Medi-Cal covers more than half of CA’s children, 2.2M seniors, and people with disabilities.  H.R. 1 is expected to cut $30B a year in federal funding from Medi-Cal</a:t>
            </a:r>
          </a:p>
        </p:txBody>
      </p:sp>
      <p:pic>
        <p:nvPicPr>
          <p:cNvPr id="6" name="Picture 5">
            <a:extLst>
              <a:ext uri="{FF2B5EF4-FFF2-40B4-BE49-F238E27FC236}">
                <a16:creationId xmlns:a16="http://schemas.microsoft.com/office/drawing/2014/main" id="{C68B1349-2AAB-C9B0-48DF-E0D8AED271B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189705" y="8444090"/>
            <a:ext cx="1448315" cy="815151"/>
          </a:xfrm>
          <a:prstGeom prst="rect">
            <a:avLst/>
          </a:prstGeom>
        </p:spPr>
      </p:pic>
      <p:sp>
        <p:nvSpPr>
          <p:cNvPr id="7" name="Title 1">
            <a:extLst>
              <a:ext uri="{FF2B5EF4-FFF2-40B4-BE49-F238E27FC236}">
                <a16:creationId xmlns:a16="http://schemas.microsoft.com/office/drawing/2014/main" id="{B53F1EB6-18A0-B0E3-87D3-6B4D98BE34B3}"/>
              </a:ext>
            </a:extLst>
          </p:cNvPr>
          <p:cNvSpPr txBox="1">
            <a:spLocks/>
          </p:cNvSpPr>
          <p:nvPr/>
        </p:nvSpPr>
        <p:spPr>
          <a:xfrm>
            <a:off x="677584" y="1440557"/>
            <a:ext cx="8534400" cy="436881"/>
          </a:xfrm>
          <a:prstGeom prst="rect">
            <a:avLst/>
          </a:prstGeom>
          <a:effectLst/>
        </p:spPr>
        <p:txBody>
          <a:bodyPr vert="horz" lIns="91440" tIns="45720" rIns="91440" bIns="45720" rtlCol="0" anchor="ctr">
            <a:noAutofit/>
          </a:bodyPr>
          <a:lstStyle>
            <a:lvl1pPr algn="l" defTabSz="670575" rtl="0" eaLnBrk="1" latinLnBrk="0" hangingPunct="1">
              <a:spcBef>
                <a:spcPct val="0"/>
              </a:spcBef>
              <a:buNone/>
              <a:defRPr sz="4693"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200" b="1" dirty="0">
                <a:solidFill>
                  <a:schemeClr val="bg1"/>
                </a:solidFill>
                <a:latin typeface="Franklin Gothic Book" panose="020B0503020102020204" pitchFamily="34" charset="0"/>
              </a:rPr>
              <a:t>Facility owners and operator challenges</a:t>
            </a:r>
          </a:p>
        </p:txBody>
      </p:sp>
    </p:spTree>
    <p:extLst>
      <p:ext uri="{BB962C8B-B14F-4D97-AF65-F5344CB8AC3E}">
        <p14:creationId xmlns:p14="http://schemas.microsoft.com/office/powerpoint/2010/main" val="1878626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rotWithShape="1">
          <a:gsLst>
            <a:gs pos="36000">
              <a:srgbClr val="357D95"/>
            </a:gs>
            <a:gs pos="100000">
              <a:schemeClr val="tx1"/>
            </a:gs>
          </a:gsLst>
          <a:lin ang="6120000" scaled="1"/>
        </a:gradFill>
        <a:effectLst/>
      </p:bgPr>
    </p:bg>
    <p:spTree>
      <p:nvGrpSpPr>
        <p:cNvPr id="1" name="">
          <a:extLst>
            <a:ext uri="{FF2B5EF4-FFF2-40B4-BE49-F238E27FC236}">
              <a16:creationId xmlns:a16="http://schemas.microsoft.com/office/drawing/2014/main" id="{54F7185E-CBF1-11AC-FFFE-E2798BCE79E1}"/>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1677265-BC27-19BE-7C5D-EED226EF79A4}"/>
              </a:ext>
            </a:extLst>
          </p:cNvPr>
          <p:cNvSpPr>
            <a:spLocks noGrp="1"/>
          </p:cNvSpPr>
          <p:nvPr>
            <p:ph idx="1"/>
          </p:nvPr>
        </p:nvSpPr>
        <p:spPr>
          <a:xfrm>
            <a:off x="677584" y="2131303"/>
            <a:ext cx="11491718" cy="6857054"/>
          </a:xfrm>
        </p:spPr>
        <p:txBody>
          <a:bodyPr anchor="t">
            <a:normAutofit lnSpcReduction="10000"/>
          </a:bodyPr>
          <a:lstStyle/>
          <a:p>
            <a:pPr>
              <a:buClr>
                <a:schemeClr val="bg1"/>
              </a:buClr>
              <a:buFont typeface="Wingdings" panose="05000000000000000000" pitchFamily="2" charset="2"/>
              <a:buChar char="Ø"/>
            </a:pPr>
            <a:r>
              <a:rPr lang="en-US" sz="2000" dirty="0">
                <a:solidFill>
                  <a:schemeClr val="bg1"/>
                </a:solidFill>
                <a:latin typeface="Franklin Gothic Book" panose="020B0503020102020204" pitchFamily="34" charset="0"/>
              </a:rPr>
              <a:t>Funding for Hospitals and Providers</a:t>
            </a:r>
          </a:p>
          <a:p>
            <a:pPr lvl="1">
              <a:buClr>
                <a:schemeClr val="bg1"/>
              </a:buClr>
              <a:buFont typeface="Wingdings" panose="05000000000000000000" pitchFamily="2" charset="2"/>
              <a:buChar char="Ø"/>
            </a:pPr>
            <a:r>
              <a:rPr lang="en-US" sz="1800" dirty="0">
                <a:solidFill>
                  <a:schemeClr val="bg1"/>
                </a:solidFill>
                <a:latin typeface="Franklin Gothic Book" panose="020B0503020102020204" pitchFamily="34" charset="0"/>
              </a:rPr>
              <a:t>Hospital will see lower reimbursement rates</a:t>
            </a:r>
          </a:p>
          <a:p>
            <a:pPr lvl="1">
              <a:buClr>
                <a:schemeClr val="bg1"/>
              </a:buClr>
              <a:buFont typeface="Wingdings" panose="05000000000000000000" pitchFamily="2" charset="2"/>
              <a:buChar char="Ø"/>
            </a:pPr>
            <a:r>
              <a:rPr lang="en-US" sz="1800" dirty="0">
                <a:solidFill>
                  <a:schemeClr val="bg1"/>
                </a:solidFill>
                <a:latin typeface="Franklin Gothic Book" panose="020B0503020102020204" pitchFamily="34" charset="0"/>
              </a:rPr>
              <a:t>Providers will see lower payment rates</a:t>
            </a:r>
          </a:p>
          <a:p>
            <a:pPr lvl="1">
              <a:buClr>
                <a:schemeClr val="bg1"/>
              </a:buClr>
              <a:buFont typeface="Wingdings" panose="05000000000000000000" pitchFamily="2" charset="2"/>
              <a:buChar char="Ø"/>
            </a:pPr>
            <a:r>
              <a:rPr lang="en-US" sz="1800" dirty="0">
                <a:solidFill>
                  <a:schemeClr val="bg1"/>
                </a:solidFill>
                <a:latin typeface="Franklin Gothic Book" panose="020B0503020102020204" pitchFamily="34" charset="0"/>
              </a:rPr>
              <a:t>Rual hospitals, which serve areas already burdened by severe provider shortages, will be at higher risk of closure</a:t>
            </a:r>
          </a:p>
          <a:p>
            <a:pPr lvl="1">
              <a:buClr>
                <a:schemeClr val="bg1"/>
              </a:buClr>
              <a:buFont typeface="Wingdings" panose="05000000000000000000" pitchFamily="2" charset="2"/>
              <a:buChar char="Ø"/>
            </a:pPr>
            <a:r>
              <a:rPr lang="en-US" sz="1800" dirty="0">
                <a:solidFill>
                  <a:schemeClr val="bg1"/>
                </a:solidFill>
                <a:latin typeface="Franklin Gothic Book" panose="020B0503020102020204" pitchFamily="34" charset="0"/>
              </a:rPr>
              <a:t>Tax restrictions will block California’s ability to fund Medi-Cal</a:t>
            </a:r>
          </a:p>
          <a:p>
            <a:pPr>
              <a:buClr>
                <a:schemeClr val="bg1"/>
              </a:buClr>
              <a:buFont typeface="Wingdings" panose="05000000000000000000" pitchFamily="2" charset="2"/>
              <a:buChar char="Ø"/>
            </a:pPr>
            <a:r>
              <a:rPr lang="en-US" sz="2000" dirty="0">
                <a:solidFill>
                  <a:schemeClr val="bg1"/>
                </a:solidFill>
                <a:latin typeface="Franklin Gothic Book" panose="020B0503020102020204" pitchFamily="34" charset="0"/>
              </a:rPr>
              <a:t>Barriers to Enrollment</a:t>
            </a:r>
          </a:p>
          <a:p>
            <a:pPr lvl="1">
              <a:buClr>
                <a:schemeClr val="bg1"/>
              </a:buClr>
              <a:buFont typeface="Wingdings" panose="05000000000000000000" pitchFamily="2" charset="2"/>
              <a:buChar char="Ø"/>
            </a:pPr>
            <a:r>
              <a:rPr lang="en-US" sz="1800" dirty="0">
                <a:solidFill>
                  <a:schemeClr val="bg1"/>
                </a:solidFill>
                <a:latin typeface="Franklin Gothic Book" panose="020B0503020102020204" pitchFamily="34" charset="0"/>
              </a:rPr>
              <a:t>Many Medi-Cal enrollees will face new work requirements</a:t>
            </a:r>
          </a:p>
          <a:p>
            <a:pPr lvl="1">
              <a:buClr>
                <a:schemeClr val="bg1"/>
              </a:buClr>
              <a:buFont typeface="Wingdings" panose="05000000000000000000" pitchFamily="2" charset="2"/>
              <a:buChar char="Ø"/>
            </a:pPr>
            <a:r>
              <a:rPr lang="en-US" sz="1800" dirty="0">
                <a:solidFill>
                  <a:schemeClr val="bg1"/>
                </a:solidFill>
                <a:latin typeface="Franklin Gothic Book" panose="020B0503020102020204" pitchFamily="34" charset="0"/>
              </a:rPr>
              <a:t>Medi-Cal enrollees will have to renew eligibility more frequently</a:t>
            </a:r>
          </a:p>
          <a:p>
            <a:pPr lvl="1">
              <a:buClr>
                <a:schemeClr val="bg1"/>
              </a:buClr>
              <a:buFont typeface="Wingdings" panose="05000000000000000000" pitchFamily="2" charset="2"/>
              <a:buChar char="Ø"/>
            </a:pPr>
            <a:r>
              <a:rPr lang="en-US" sz="1800" dirty="0">
                <a:solidFill>
                  <a:schemeClr val="bg1"/>
                </a:solidFill>
                <a:latin typeface="Franklin Gothic Book" panose="020B0503020102020204" pitchFamily="34" charset="0"/>
              </a:rPr>
              <a:t>Protections to prevent disenrollment of eligible people will no longer be mandatory</a:t>
            </a:r>
          </a:p>
          <a:p>
            <a:pPr lvl="1">
              <a:buClr>
                <a:schemeClr val="bg1"/>
              </a:buClr>
              <a:buFont typeface="Wingdings" panose="05000000000000000000" pitchFamily="2" charset="2"/>
              <a:buChar char="Ø"/>
            </a:pPr>
            <a:r>
              <a:rPr lang="en-US" sz="1800" dirty="0">
                <a:solidFill>
                  <a:schemeClr val="bg1"/>
                </a:solidFill>
                <a:latin typeface="Franklin Gothic Book" panose="020B0503020102020204" pitchFamily="34" charset="0"/>
              </a:rPr>
              <a:t>Some immigrant populations and other groups will lose Medi-Cal eligibility</a:t>
            </a:r>
          </a:p>
          <a:p>
            <a:pPr>
              <a:buClr>
                <a:schemeClr val="bg1"/>
              </a:buClr>
              <a:buFont typeface="Wingdings" panose="05000000000000000000" pitchFamily="2" charset="2"/>
              <a:buChar char="Ø"/>
            </a:pPr>
            <a:r>
              <a:rPr lang="en-US" sz="2000" dirty="0">
                <a:solidFill>
                  <a:schemeClr val="bg1"/>
                </a:solidFill>
                <a:latin typeface="Franklin Gothic Book" panose="020B0503020102020204" pitchFamily="34" charset="0"/>
              </a:rPr>
              <a:t>Unprecedented Costs for Patients</a:t>
            </a:r>
          </a:p>
          <a:p>
            <a:pPr lvl="1">
              <a:buClr>
                <a:schemeClr val="bg1"/>
              </a:buClr>
              <a:buFont typeface="Wingdings" panose="05000000000000000000" pitchFamily="2" charset="2"/>
              <a:buChar char="Ø"/>
            </a:pPr>
            <a:r>
              <a:rPr lang="en-US" sz="1800" dirty="0">
                <a:solidFill>
                  <a:schemeClr val="bg1"/>
                </a:solidFill>
                <a:latin typeface="Franklin Gothic Book" panose="020B0503020102020204" pitchFamily="34" charset="0"/>
              </a:rPr>
              <a:t>Enrollees must pay higher share of health care costs</a:t>
            </a:r>
          </a:p>
          <a:p>
            <a:pPr lvl="1">
              <a:buClr>
                <a:schemeClr val="bg1"/>
              </a:buClr>
              <a:buFont typeface="Wingdings" panose="05000000000000000000" pitchFamily="2" charset="2"/>
              <a:buChar char="Ø"/>
            </a:pPr>
            <a:r>
              <a:rPr lang="en-US" sz="1800" dirty="0">
                <a:solidFill>
                  <a:schemeClr val="bg1"/>
                </a:solidFill>
                <a:latin typeface="Franklin Gothic Book" panose="020B0503020102020204" pitchFamily="34" charset="0"/>
              </a:rPr>
              <a:t>Retroactive Medi-Cal coverage will be reduced, putting patients at risk of medical debt</a:t>
            </a:r>
          </a:p>
          <a:p>
            <a:pPr>
              <a:buClr>
                <a:schemeClr val="bg1"/>
              </a:buClr>
              <a:buFont typeface="Wingdings" panose="05000000000000000000" pitchFamily="2" charset="2"/>
              <a:buChar char="Ø"/>
            </a:pPr>
            <a:r>
              <a:rPr lang="en-US" sz="2000" dirty="0">
                <a:solidFill>
                  <a:schemeClr val="bg1"/>
                </a:solidFill>
                <a:latin typeface="Franklin Gothic Book" panose="020B0503020102020204" pitchFamily="34" charset="0"/>
              </a:rPr>
              <a:t>Quality of Care</a:t>
            </a:r>
          </a:p>
          <a:p>
            <a:pPr lvl="1">
              <a:buClr>
                <a:schemeClr val="bg1"/>
              </a:buClr>
              <a:buFont typeface="Wingdings" panose="05000000000000000000" pitchFamily="2" charset="2"/>
              <a:buChar char="Ø"/>
            </a:pPr>
            <a:r>
              <a:rPr lang="en-US" sz="1800" dirty="0">
                <a:solidFill>
                  <a:schemeClr val="bg1"/>
                </a:solidFill>
                <a:latin typeface="Franklin Gothic Book" panose="020B0503020102020204" pitchFamily="34" charset="0"/>
              </a:rPr>
              <a:t>H.R. 1 blocked California from enforcing new state rules raising nursing home staffing levels</a:t>
            </a:r>
          </a:p>
        </p:txBody>
      </p:sp>
      <p:pic>
        <p:nvPicPr>
          <p:cNvPr id="6" name="Picture 5">
            <a:extLst>
              <a:ext uri="{FF2B5EF4-FFF2-40B4-BE49-F238E27FC236}">
                <a16:creationId xmlns:a16="http://schemas.microsoft.com/office/drawing/2014/main" id="{7A3EB75F-EF2C-9972-9E9B-E183E8056C7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189705" y="8444090"/>
            <a:ext cx="1448315" cy="815151"/>
          </a:xfrm>
          <a:prstGeom prst="rect">
            <a:avLst/>
          </a:prstGeom>
        </p:spPr>
      </p:pic>
      <p:sp>
        <p:nvSpPr>
          <p:cNvPr id="8" name="Title 1">
            <a:extLst>
              <a:ext uri="{FF2B5EF4-FFF2-40B4-BE49-F238E27FC236}">
                <a16:creationId xmlns:a16="http://schemas.microsoft.com/office/drawing/2014/main" id="{EC609267-6717-D451-7147-5EBD3D0CB7BC}"/>
              </a:ext>
            </a:extLst>
          </p:cNvPr>
          <p:cNvSpPr txBox="1">
            <a:spLocks/>
          </p:cNvSpPr>
          <p:nvPr/>
        </p:nvSpPr>
        <p:spPr>
          <a:xfrm>
            <a:off x="677584" y="1440557"/>
            <a:ext cx="8534400" cy="436881"/>
          </a:xfrm>
          <a:prstGeom prst="rect">
            <a:avLst/>
          </a:prstGeom>
          <a:effectLst/>
        </p:spPr>
        <p:txBody>
          <a:bodyPr vert="horz" lIns="91440" tIns="45720" rIns="91440" bIns="45720" rtlCol="0" anchor="ctr">
            <a:noAutofit/>
          </a:bodyPr>
          <a:lstStyle>
            <a:lvl1pPr algn="l" defTabSz="670575" rtl="0" eaLnBrk="1" latinLnBrk="0" hangingPunct="1">
              <a:spcBef>
                <a:spcPct val="0"/>
              </a:spcBef>
              <a:buNone/>
              <a:defRPr sz="4693"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200" b="1" dirty="0">
                <a:solidFill>
                  <a:schemeClr val="bg1"/>
                </a:solidFill>
                <a:latin typeface="Franklin Gothic Book" panose="020B0503020102020204" pitchFamily="34" charset="0"/>
              </a:rPr>
              <a:t>H.R. 1 ADDITIONAL IMPACTS</a:t>
            </a:r>
          </a:p>
        </p:txBody>
      </p:sp>
    </p:spTree>
    <p:extLst>
      <p:ext uri="{BB962C8B-B14F-4D97-AF65-F5344CB8AC3E}">
        <p14:creationId xmlns:p14="http://schemas.microsoft.com/office/powerpoint/2010/main" val="32026708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gradFill rotWithShape="1">
          <a:gsLst>
            <a:gs pos="36000">
              <a:srgbClr val="357D95"/>
            </a:gs>
            <a:gs pos="100000">
              <a:schemeClr val="tx1"/>
            </a:gs>
          </a:gsLst>
          <a:lin ang="6120000" scaled="1"/>
        </a:gradFill>
        <a:effectLst/>
      </p:bgPr>
    </p:bg>
    <p:spTree>
      <p:nvGrpSpPr>
        <p:cNvPr id="1" name="">
          <a:extLst>
            <a:ext uri="{FF2B5EF4-FFF2-40B4-BE49-F238E27FC236}">
              <a16:creationId xmlns:a16="http://schemas.microsoft.com/office/drawing/2014/main" id="{164D9EE6-9DEE-AAA6-0194-DEC5E3A61317}"/>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8288213-BB43-AAE3-52C3-16C8C2D42FBF}"/>
              </a:ext>
            </a:extLst>
          </p:cNvPr>
          <p:cNvSpPr>
            <a:spLocks noGrp="1"/>
          </p:cNvSpPr>
          <p:nvPr>
            <p:ph idx="1"/>
          </p:nvPr>
        </p:nvSpPr>
        <p:spPr>
          <a:xfrm>
            <a:off x="677584" y="2140215"/>
            <a:ext cx="11773820" cy="7119025"/>
          </a:xfrm>
        </p:spPr>
        <p:txBody>
          <a:bodyPr anchor="t">
            <a:normAutofit/>
          </a:bodyPr>
          <a:lstStyle/>
          <a:p>
            <a:pPr>
              <a:buClr>
                <a:schemeClr val="bg1"/>
              </a:buClr>
              <a:buFont typeface="Wingdings" panose="05000000000000000000" pitchFamily="2" charset="2"/>
              <a:buChar char="Ø"/>
            </a:pPr>
            <a:r>
              <a:rPr lang="en-US" sz="2000" dirty="0">
                <a:solidFill>
                  <a:schemeClr val="bg1"/>
                </a:solidFill>
                <a:latin typeface="Franklin Gothic Book" panose="020B0503020102020204" pitchFamily="34" charset="0"/>
              </a:rPr>
              <a:t>California Senate Bill 1953 (SB 1953) and the Alfred E. Alquist Hospital Facilities Seismic Safety Act</a:t>
            </a:r>
          </a:p>
          <a:p>
            <a:pPr marL="0" indent="0">
              <a:buClr>
                <a:schemeClr val="bg1"/>
              </a:buClr>
              <a:buNone/>
            </a:pPr>
            <a:r>
              <a:rPr lang="en-US" sz="2000" dirty="0">
                <a:solidFill>
                  <a:schemeClr val="bg1"/>
                </a:solidFill>
                <a:latin typeface="Franklin Gothic Book" panose="020B0503020102020204" pitchFamily="34" charset="0"/>
              </a:rPr>
              <a:t>First required new hospitals built after 1973 to meet stringent seismic safety standards.  After the 1994 Northridge earthquake (which damaged 11 hospitals and caused $3B in hospital damages), SB 1953 was introduced and signed in September of 1994, and is now codified in California Health &amp; Safety Code.  This applies to all facilities with a general acute hospital license but does NOT apply to acute psychiatric hospital licenses.</a:t>
            </a:r>
          </a:p>
          <a:p>
            <a:pPr marL="0" indent="0">
              <a:buClr>
                <a:schemeClr val="bg1"/>
              </a:buClr>
              <a:buNone/>
            </a:pPr>
            <a:r>
              <a:rPr lang="en-US" sz="2000" dirty="0">
                <a:solidFill>
                  <a:schemeClr val="bg1"/>
                </a:solidFill>
                <a:latin typeface="Franklin Gothic Book" panose="020B0503020102020204" pitchFamily="34" charset="0"/>
              </a:rPr>
              <a:t>In this Bill, there are two performance category systems, and building must meet BOTH to be 2030 compliant.</a:t>
            </a:r>
          </a:p>
          <a:p>
            <a:pPr marL="0" indent="0">
              <a:buClr>
                <a:schemeClr val="bg1"/>
              </a:buClr>
              <a:buNone/>
            </a:pPr>
            <a:r>
              <a:rPr lang="en-US" sz="2000" b="1" dirty="0">
                <a:solidFill>
                  <a:schemeClr val="bg1"/>
                </a:solidFill>
                <a:latin typeface="Franklin Gothic Book" panose="020B0503020102020204" pitchFamily="34" charset="0"/>
              </a:rPr>
              <a:t>Structural Performance Category (SPC) the building’s bones.</a:t>
            </a:r>
            <a:r>
              <a:rPr lang="en-US" sz="2000" dirty="0">
                <a:solidFill>
                  <a:schemeClr val="bg1"/>
                </a:solidFill>
                <a:latin typeface="Franklin Gothic Book" panose="020B0503020102020204" pitchFamily="34" charset="0"/>
              </a:rPr>
              <a:t>  SPC ratings run 1 through 5.  SPC-1 is “may collapse”; SPC-5 is “fully operational after a major earthquake.  By January 01, 2030, every building used for general acute care services must be a minimum SPC-3.  Building that meet SPC-4D can stay in service indefinitely without further upgrade.</a:t>
            </a:r>
          </a:p>
          <a:p>
            <a:pPr marL="0" indent="0">
              <a:buClr>
                <a:schemeClr val="bg1"/>
              </a:buClr>
              <a:buNone/>
            </a:pPr>
            <a:r>
              <a:rPr lang="en-US" sz="2000" b="1" dirty="0">
                <a:solidFill>
                  <a:schemeClr val="bg1"/>
                </a:solidFill>
                <a:latin typeface="Franklin Gothic Book" panose="020B0503020102020204" pitchFamily="34" charset="0"/>
              </a:rPr>
              <a:t>Nonstructural Performance Category (NPC) the guts of the building.</a:t>
            </a:r>
            <a:r>
              <a:rPr lang="en-US" sz="2000" dirty="0">
                <a:solidFill>
                  <a:schemeClr val="bg1"/>
                </a:solidFill>
                <a:latin typeface="Franklin Gothic Book" panose="020B0503020102020204" pitchFamily="34" charset="0"/>
              </a:rPr>
              <a:t> This covers medical gas piping, emergency power, water supply, HVAC ducting, anchored equipment, elevators, stairs, etc.  By January 01, 2030, every acute care building must be NPC-5, which means the systems can sustain continuous operations for 72 hours after a major earthquake.</a:t>
            </a:r>
          </a:p>
          <a:p>
            <a:pPr marL="0" indent="0">
              <a:buClr>
                <a:schemeClr val="bg1"/>
              </a:buClr>
              <a:buNone/>
            </a:pPr>
            <a:r>
              <a:rPr lang="en-US" sz="2000" dirty="0">
                <a:solidFill>
                  <a:schemeClr val="bg1"/>
                </a:solidFill>
                <a:latin typeface="Franklin Gothic Book" panose="020B0503020102020204" pitchFamily="34" charset="0"/>
              </a:rPr>
              <a:t>There have been numerous Senate Bills pass over the years extending various deadlines.  But the most recent Senate Bills have been vetoed by Governor Newsom.  That leaves hospital facilities with a very difficult choice: (a) figure out how to pay for the necessary projects to comply with the 2030 deadline, or (b) gamble on whether or not the new Governor will sign another extension.</a:t>
            </a:r>
            <a:endParaRPr lang="en-US" sz="1800" dirty="0">
              <a:solidFill>
                <a:schemeClr val="bg1"/>
              </a:solidFill>
              <a:latin typeface="Franklin Gothic Book" panose="020B0503020102020204" pitchFamily="34" charset="0"/>
            </a:endParaRPr>
          </a:p>
        </p:txBody>
      </p:sp>
      <p:pic>
        <p:nvPicPr>
          <p:cNvPr id="6" name="Picture 5">
            <a:extLst>
              <a:ext uri="{FF2B5EF4-FFF2-40B4-BE49-F238E27FC236}">
                <a16:creationId xmlns:a16="http://schemas.microsoft.com/office/drawing/2014/main" id="{787D4CD5-B4EA-B4B0-F391-AAED63EEDF8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189705" y="8444090"/>
            <a:ext cx="1448315" cy="815151"/>
          </a:xfrm>
          <a:prstGeom prst="rect">
            <a:avLst/>
          </a:prstGeom>
        </p:spPr>
      </p:pic>
      <p:sp>
        <p:nvSpPr>
          <p:cNvPr id="8" name="Title 1">
            <a:extLst>
              <a:ext uri="{FF2B5EF4-FFF2-40B4-BE49-F238E27FC236}">
                <a16:creationId xmlns:a16="http://schemas.microsoft.com/office/drawing/2014/main" id="{CBC1D56D-0654-C46B-09F7-46DD58EE3609}"/>
              </a:ext>
            </a:extLst>
          </p:cNvPr>
          <p:cNvSpPr txBox="1">
            <a:spLocks/>
          </p:cNvSpPr>
          <p:nvPr/>
        </p:nvSpPr>
        <p:spPr>
          <a:xfrm>
            <a:off x="677584" y="1440557"/>
            <a:ext cx="8534400" cy="436881"/>
          </a:xfrm>
          <a:prstGeom prst="rect">
            <a:avLst/>
          </a:prstGeom>
          <a:effectLst/>
        </p:spPr>
        <p:txBody>
          <a:bodyPr vert="horz" lIns="91440" tIns="45720" rIns="91440" bIns="45720" rtlCol="0" anchor="ctr">
            <a:noAutofit/>
          </a:bodyPr>
          <a:lstStyle>
            <a:lvl1pPr algn="l" defTabSz="670575" rtl="0" eaLnBrk="1" latinLnBrk="0" hangingPunct="1">
              <a:spcBef>
                <a:spcPct val="0"/>
              </a:spcBef>
              <a:buNone/>
              <a:defRPr sz="4693"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200" b="1" dirty="0">
                <a:solidFill>
                  <a:schemeClr val="bg1"/>
                </a:solidFill>
                <a:latin typeface="Franklin Gothic Book" panose="020B0503020102020204" pitchFamily="34" charset="0"/>
              </a:rPr>
              <a:t>KNOWN CHALLENGES - OWNER</a:t>
            </a:r>
          </a:p>
        </p:txBody>
      </p:sp>
    </p:spTree>
    <p:extLst>
      <p:ext uri="{BB962C8B-B14F-4D97-AF65-F5344CB8AC3E}">
        <p14:creationId xmlns:p14="http://schemas.microsoft.com/office/powerpoint/2010/main" val="41189949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gradFill rotWithShape="1">
          <a:gsLst>
            <a:gs pos="36000">
              <a:srgbClr val="357D95"/>
            </a:gs>
            <a:gs pos="100000">
              <a:schemeClr val="tx1"/>
            </a:gs>
          </a:gsLst>
          <a:lin ang="6120000" scaled="1"/>
        </a:gradFill>
        <a:effectLst/>
      </p:bgPr>
    </p:bg>
    <p:spTree>
      <p:nvGrpSpPr>
        <p:cNvPr id="1" name="">
          <a:extLst>
            <a:ext uri="{FF2B5EF4-FFF2-40B4-BE49-F238E27FC236}">
              <a16:creationId xmlns:a16="http://schemas.microsoft.com/office/drawing/2014/main" id="{BA4B6745-5622-AF96-21C7-80199965188E}"/>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CAC04D7-4EC5-3B27-1258-86FEFA60DB52}"/>
              </a:ext>
            </a:extLst>
          </p:cNvPr>
          <p:cNvSpPr>
            <a:spLocks noGrp="1"/>
          </p:cNvSpPr>
          <p:nvPr>
            <p:ph idx="1"/>
          </p:nvPr>
        </p:nvSpPr>
        <p:spPr>
          <a:xfrm>
            <a:off x="677584" y="2140215"/>
            <a:ext cx="11773820" cy="7119025"/>
          </a:xfrm>
        </p:spPr>
        <p:txBody>
          <a:bodyPr anchor="t">
            <a:normAutofit/>
          </a:bodyPr>
          <a:lstStyle/>
          <a:p>
            <a:pPr>
              <a:buClr>
                <a:schemeClr val="bg1"/>
              </a:buClr>
              <a:buFont typeface="Wingdings" panose="05000000000000000000" pitchFamily="2" charset="2"/>
              <a:buChar char="Ø"/>
            </a:pPr>
            <a:r>
              <a:rPr lang="en-US" sz="2000" dirty="0">
                <a:solidFill>
                  <a:schemeClr val="bg1"/>
                </a:solidFill>
                <a:latin typeface="Franklin Gothic Book" panose="020B0503020102020204" pitchFamily="34" charset="0"/>
              </a:rPr>
              <a:t>Time and Money…</a:t>
            </a:r>
          </a:p>
          <a:p>
            <a:pPr>
              <a:buClr>
                <a:schemeClr val="bg1"/>
              </a:buClr>
              <a:buFont typeface="Wingdings" panose="05000000000000000000" pitchFamily="2" charset="2"/>
              <a:buChar char="Ø"/>
            </a:pPr>
            <a:r>
              <a:rPr lang="en-US" sz="2000" dirty="0">
                <a:solidFill>
                  <a:schemeClr val="bg1"/>
                </a:solidFill>
                <a:latin typeface="Franklin Gothic Book" panose="020B0503020102020204" pitchFamily="34" charset="0"/>
              </a:rPr>
              <a:t>Frustrated by the total time it takes to develop a project from conception to completing the project and being able to treat patients.</a:t>
            </a:r>
          </a:p>
          <a:p>
            <a:pPr lvl="1">
              <a:buClr>
                <a:schemeClr val="bg1"/>
              </a:buClr>
              <a:buFont typeface="Wingdings" panose="05000000000000000000" pitchFamily="2" charset="2"/>
              <a:buChar char="Ø"/>
            </a:pPr>
            <a:r>
              <a:rPr lang="en-US" sz="1800" dirty="0">
                <a:solidFill>
                  <a:schemeClr val="bg1"/>
                </a:solidFill>
                <a:latin typeface="Franklin Gothic Book" panose="020B0503020102020204" pitchFamily="34" charset="0"/>
              </a:rPr>
              <a:t>Departmental needs v. wants</a:t>
            </a:r>
          </a:p>
          <a:p>
            <a:pPr lvl="1">
              <a:buClr>
                <a:schemeClr val="bg1"/>
              </a:buClr>
              <a:buFont typeface="Wingdings" panose="05000000000000000000" pitchFamily="2" charset="2"/>
              <a:buChar char="Ø"/>
            </a:pPr>
            <a:r>
              <a:rPr lang="en-US" sz="1800" dirty="0">
                <a:solidFill>
                  <a:schemeClr val="bg1"/>
                </a:solidFill>
                <a:latin typeface="Franklin Gothic Book" panose="020B0503020102020204" pitchFamily="34" charset="0"/>
              </a:rPr>
              <a:t>Business case and R.O.I.</a:t>
            </a:r>
          </a:p>
          <a:p>
            <a:pPr lvl="1">
              <a:buClr>
                <a:schemeClr val="bg1"/>
              </a:buClr>
              <a:buFont typeface="Wingdings" panose="05000000000000000000" pitchFamily="2" charset="2"/>
              <a:buChar char="Ø"/>
            </a:pPr>
            <a:r>
              <a:rPr lang="en-US" sz="1800" dirty="0">
                <a:solidFill>
                  <a:schemeClr val="bg1"/>
                </a:solidFill>
                <a:latin typeface="Franklin Gothic Book" panose="020B0503020102020204" pitchFamily="34" charset="0"/>
              </a:rPr>
              <a:t>Design team selection</a:t>
            </a:r>
          </a:p>
          <a:p>
            <a:pPr lvl="1">
              <a:buClr>
                <a:schemeClr val="bg1"/>
              </a:buClr>
              <a:buFont typeface="Wingdings" panose="05000000000000000000" pitchFamily="2" charset="2"/>
              <a:buChar char="Ø"/>
            </a:pPr>
            <a:r>
              <a:rPr lang="en-US" sz="1800" dirty="0">
                <a:solidFill>
                  <a:schemeClr val="bg1"/>
                </a:solidFill>
                <a:latin typeface="Franklin Gothic Book" panose="020B0503020102020204" pitchFamily="34" charset="0"/>
              </a:rPr>
              <a:t>Design process</a:t>
            </a:r>
          </a:p>
          <a:p>
            <a:pPr lvl="1">
              <a:buClr>
                <a:schemeClr val="bg1"/>
              </a:buClr>
              <a:buFont typeface="Wingdings" panose="05000000000000000000" pitchFamily="2" charset="2"/>
              <a:buChar char="Ø"/>
            </a:pPr>
            <a:r>
              <a:rPr lang="en-US" sz="1800" dirty="0">
                <a:solidFill>
                  <a:schemeClr val="bg1"/>
                </a:solidFill>
                <a:latin typeface="Franklin Gothic Book" panose="020B0503020102020204" pitchFamily="34" charset="0"/>
              </a:rPr>
              <a:t>Agency review, approval, and permitting process</a:t>
            </a:r>
          </a:p>
          <a:p>
            <a:pPr lvl="1">
              <a:buClr>
                <a:schemeClr val="bg1"/>
              </a:buClr>
              <a:buFont typeface="Wingdings" panose="05000000000000000000" pitchFamily="2" charset="2"/>
              <a:buChar char="Ø"/>
            </a:pPr>
            <a:r>
              <a:rPr lang="en-US" sz="1800" dirty="0">
                <a:solidFill>
                  <a:schemeClr val="bg1"/>
                </a:solidFill>
                <a:latin typeface="Franklin Gothic Book" panose="020B0503020102020204" pitchFamily="34" charset="0"/>
              </a:rPr>
              <a:t>Construction team selection</a:t>
            </a:r>
          </a:p>
          <a:p>
            <a:pPr lvl="1">
              <a:buClr>
                <a:schemeClr val="bg1"/>
              </a:buClr>
              <a:buFont typeface="Wingdings" panose="05000000000000000000" pitchFamily="2" charset="2"/>
              <a:buChar char="Ø"/>
            </a:pPr>
            <a:r>
              <a:rPr lang="en-US" sz="1800" dirty="0">
                <a:solidFill>
                  <a:schemeClr val="bg1"/>
                </a:solidFill>
                <a:latin typeface="Franklin Gothic Book" panose="020B0503020102020204" pitchFamily="34" charset="0"/>
              </a:rPr>
              <a:t>Construction process</a:t>
            </a:r>
          </a:p>
          <a:p>
            <a:pPr lvl="1">
              <a:buClr>
                <a:schemeClr val="bg1"/>
              </a:buClr>
              <a:buFont typeface="Wingdings" panose="05000000000000000000" pitchFamily="2" charset="2"/>
              <a:buChar char="Ø"/>
            </a:pPr>
            <a:r>
              <a:rPr lang="en-US" sz="1800" dirty="0">
                <a:solidFill>
                  <a:schemeClr val="bg1"/>
                </a:solidFill>
                <a:latin typeface="Franklin Gothic Book" panose="020B0503020102020204" pitchFamily="34" charset="0"/>
              </a:rPr>
              <a:t>Occupancy, licensing, first patient</a:t>
            </a:r>
          </a:p>
          <a:p>
            <a:pPr>
              <a:buClr>
                <a:schemeClr val="bg1"/>
              </a:buClr>
              <a:buFont typeface="Wingdings" panose="05000000000000000000" pitchFamily="2" charset="2"/>
              <a:buChar char="Ø"/>
            </a:pPr>
            <a:r>
              <a:rPr lang="en-US" sz="2000" dirty="0">
                <a:solidFill>
                  <a:schemeClr val="bg1"/>
                </a:solidFill>
                <a:latin typeface="Franklin Gothic Book" panose="020B0503020102020204" pitchFamily="34" charset="0"/>
              </a:rPr>
              <a:t>Economic impacts…</a:t>
            </a:r>
          </a:p>
          <a:p>
            <a:pPr lvl="1">
              <a:buClr>
                <a:schemeClr val="bg1"/>
              </a:buClr>
              <a:buFont typeface="Wingdings" panose="05000000000000000000" pitchFamily="2" charset="2"/>
              <a:buChar char="Ø"/>
            </a:pPr>
            <a:r>
              <a:rPr lang="en-US" sz="1800" dirty="0">
                <a:solidFill>
                  <a:schemeClr val="bg1"/>
                </a:solidFill>
                <a:latin typeface="Franklin Gothic Book" panose="020B0503020102020204" pitchFamily="34" charset="0"/>
              </a:rPr>
              <a:t>Tariffs (equipment, material costs and lead times)</a:t>
            </a:r>
          </a:p>
          <a:p>
            <a:pPr lvl="1">
              <a:buClr>
                <a:schemeClr val="bg1"/>
              </a:buClr>
              <a:buFont typeface="Wingdings" panose="05000000000000000000" pitchFamily="2" charset="2"/>
              <a:buChar char="Ø"/>
            </a:pPr>
            <a:r>
              <a:rPr lang="en-US" sz="1800" dirty="0">
                <a:solidFill>
                  <a:schemeClr val="bg1"/>
                </a:solidFill>
                <a:latin typeface="Franklin Gothic Book" panose="020B0503020102020204" pitchFamily="34" charset="0"/>
              </a:rPr>
              <a:t>War in Iraq (fuel and transportation costs)</a:t>
            </a:r>
          </a:p>
          <a:p>
            <a:pPr lvl="1">
              <a:buClr>
                <a:schemeClr val="bg1"/>
              </a:buClr>
              <a:buFont typeface="Wingdings" panose="05000000000000000000" pitchFamily="2" charset="2"/>
              <a:buChar char="Ø"/>
            </a:pPr>
            <a:r>
              <a:rPr lang="en-US" sz="1800" dirty="0">
                <a:solidFill>
                  <a:schemeClr val="bg1"/>
                </a:solidFill>
                <a:latin typeface="Franklin Gothic Book" panose="020B0503020102020204" pitchFamily="34" charset="0"/>
              </a:rPr>
              <a:t>Lower reimbursements and higher costs</a:t>
            </a:r>
          </a:p>
          <a:p>
            <a:pPr lvl="1">
              <a:buClr>
                <a:schemeClr val="bg1"/>
              </a:buClr>
              <a:buFont typeface="Wingdings" panose="05000000000000000000" pitchFamily="2" charset="2"/>
              <a:buChar char="Ø"/>
            </a:pPr>
            <a:r>
              <a:rPr lang="en-US" sz="1800" dirty="0">
                <a:solidFill>
                  <a:schemeClr val="bg1"/>
                </a:solidFill>
                <a:latin typeface="Franklin Gothic Book" panose="020B0503020102020204" pitchFamily="34" charset="0"/>
              </a:rPr>
              <a:t>Labor cost increases</a:t>
            </a:r>
          </a:p>
        </p:txBody>
      </p:sp>
      <p:pic>
        <p:nvPicPr>
          <p:cNvPr id="6" name="Picture 5">
            <a:extLst>
              <a:ext uri="{FF2B5EF4-FFF2-40B4-BE49-F238E27FC236}">
                <a16:creationId xmlns:a16="http://schemas.microsoft.com/office/drawing/2014/main" id="{56BB285D-7739-C426-4992-33D5E5B84A8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189705" y="8444090"/>
            <a:ext cx="1448315" cy="815151"/>
          </a:xfrm>
          <a:prstGeom prst="rect">
            <a:avLst/>
          </a:prstGeom>
        </p:spPr>
      </p:pic>
      <p:sp>
        <p:nvSpPr>
          <p:cNvPr id="8" name="Title 1">
            <a:extLst>
              <a:ext uri="{FF2B5EF4-FFF2-40B4-BE49-F238E27FC236}">
                <a16:creationId xmlns:a16="http://schemas.microsoft.com/office/drawing/2014/main" id="{79EF4469-163F-3C32-5BD2-7A3A459A7BE0}"/>
              </a:ext>
            </a:extLst>
          </p:cNvPr>
          <p:cNvSpPr txBox="1">
            <a:spLocks/>
          </p:cNvSpPr>
          <p:nvPr/>
        </p:nvSpPr>
        <p:spPr>
          <a:xfrm>
            <a:off x="677584" y="1440557"/>
            <a:ext cx="8534400" cy="436881"/>
          </a:xfrm>
          <a:prstGeom prst="rect">
            <a:avLst/>
          </a:prstGeom>
          <a:effectLst/>
        </p:spPr>
        <p:txBody>
          <a:bodyPr vert="horz" lIns="91440" tIns="45720" rIns="91440" bIns="45720" rtlCol="0" anchor="ctr">
            <a:noAutofit/>
          </a:bodyPr>
          <a:lstStyle>
            <a:lvl1pPr algn="l" defTabSz="670575" rtl="0" eaLnBrk="1" latinLnBrk="0" hangingPunct="1">
              <a:spcBef>
                <a:spcPct val="0"/>
              </a:spcBef>
              <a:buNone/>
              <a:defRPr sz="4693"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200" b="1" dirty="0">
                <a:solidFill>
                  <a:schemeClr val="bg1"/>
                </a:solidFill>
                <a:latin typeface="Franklin Gothic Book" panose="020B0503020102020204" pitchFamily="34" charset="0"/>
              </a:rPr>
              <a:t>KNOWN CHALLENGES - OWNER</a:t>
            </a:r>
          </a:p>
        </p:txBody>
      </p:sp>
    </p:spTree>
    <p:extLst>
      <p:ext uri="{BB962C8B-B14F-4D97-AF65-F5344CB8AC3E}">
        <p14:creationId xmlns:p14="http://schemas.microsoft.com/office/powerpoint/2010/main" val="14713152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gradFill rotWithShape="1">
          <a:gsLst>
            <a:gs pos="36000">
              <a:srgbClr val="357D95"/>
            </a:gs>
            <a:gs pos="100000">
              <a:schemeClr val="tx1"/>
            </a:gs>
          </a:gsLst>
          <a:lin ang="6120000" scaled="1"/>
        </a:gradFill>
        <a:effectLst/>
      </p:bgPr>
    </p:bg>
    <p:spTree>
      <p:nvGrpSpPr>
        <p:cNvPr id="1" name="">
          <a:extLst>
            <a:ext uri="{FF2B5EF4-FFF2-40B4-BE49-F238E27FC236}">
              <a16:creationId xmlns:a16="http://schemas.microsoft.com/office/drawing/2014/main" id="{24BC5ED1-040E-D87B-48DB-89879204DB6C}"/>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FC3DD2B-CDE5-1006-647F-CED75AE3E2E3}"/>
              </a:ext>
            </a:extLst>
          </p:cNvPr>
          <p:cNvSpPr>
            <a:spLocks noGrp="1"/>
          </p:cNvSpPr>
          <p:nvPr>
            <p:ph idx="1"/>
          </p:nvPr>
        </p:nvSpPr>
        <p:spPr>
          <a:xfrm>
            <a:off x="677583" y="2062733"/>
            <a:ext cx="6871081" cy="6555110"/>
          </a:xfrm>
        </p:spPr>
        <p:txBody>
          <a:bodyPr anchor="t">
            <a:normAutofit/>
          </a:bodyPr>
          <a:lstStyle/>
          <a:p>
            <a:pPr marL="0" indent="0">
              <a:buNone/>
            </a:pPr>
            <a:r>
              <a:rPr lang="en-US" sz="2000" dirty="0">
                <a:solidFill>
                  <a:schemeClr val="bg1"/>
                </a:solidFill>
                <a:latin typeface="Franklin Gothic Book" panose="020B0503020102020204" pitchFamily="34" charset="0"/>
              </a:rPr>
              <a:t>When developing a project, a 2024 online survey indicates the following causes plaguing the design and construction industry.</a:t>
            </a:r>
          </a:p>
          <a:p>
            <a:pPr marL="0" indent="0">
              <a:buNone/>
            </a:pPr>
            <a:r>
              <a:rPr lang="en-US" sz="2000" dirty="0">
                <a:solidFill>
                  <a:schemeClr val="bg1"/>
                </a:solidFill>
                <a:latin typeface="Franklin Gothic Book" panose="020B0503020102020204" pitchFamily="34" charset="0"/>
              </a:rPr>
              <a:t>(31%) lack of teamwork, integration, collaboration, and poor processes</a:t>
            </a:r>
          </a:p>
          <a:p>
            <a:pPr marL="0" indent="0">
              <a:buNone/>
            </a:pPr>
            <a:r>
              <a:rPr lang="en-US" sz="2000" dirty="0">
                <a:solidFill>
                  <a:schemeClr val="bg1"/>
                </a:solidFill>
                <a:latin typeface="Franklin Gothic Book" panose="020B0503020102020204" pitchFamily="34" charset="0"/>
              </a:rPr>
              <a:t>(21%) lack of trained or experienced workforces, including management, and a reliance on technology</a:t>
            </a:r>
          </a:p>
          <a:p>
            <a:pPr marL="0" indent="0">
              <a:buNone/>
            </a:pPr>
            <a:r>
              <a:rPr lang="en-US" sz="2000" dirty="0">
                <a:solidFill>
                  <a:schemeClr val="bg1"/>
                </a:solidFill>
                <a:latin typeface="Franklin Gothic Book" panose="020B0503020102020204" pitchFamily="34" charset="0"/>
              </a:rPr>
              <a:t>(16%) competitive bid process, timely payments, and a myopic focus on initial v. final costs</a:t>
            </a:r>
          </a:p>
          <a:p>
            <a:pPr marL="0" indent="0">
              <a:buNone/>
            </a:pPr>
            <a:r>
              <a:rPr lang="en-US" sz="2000" dirty="0">
                <a:solidFill>
                  <a:schemeClr val="bg1"/>
                </a:solidFill>
                <a:latin typeface="Franklin Gothic Book" panose="020B0503020102020204" pitchFamily="34" charset="0"/>
              </a:rPr>
              <a:t>(12%) lack of trust, honesty, and responsibility</a:t>
            </a:r>
          </a:p>
          <a:p>
            <a:pPr marL="0" indent="0">
              <a:buNone/>
            </a:pPr>
            <a:r>
              <a:rPr lang="en-US" sz="2000" dirty="0">
                <a:solidFill>
                  <a:schemeClr val="bg1"/>
                </a:solidFill>
                <a:latin typeface="Franklin Gothic Book" panose="020B0503020102020204" pitchFamily="34" charset="0"/>
              </a:rPr>
              <a:t>(10%) adversarial contracts and unrealistic expectations</a:t>
            </a:r>
          </a:p>
          <a:p>
            <a:pPr marL="0" indent="0">
              <a:buNone/>
            </a:pPr>
            <a:r>
              <a:rPr lang="en-US" sz="2000" dirty="0">
                <a:solidFill>
                  <a:schemeClr val="bg1"/>
                </a:solidFill>
                <a:latin typeface="Franklin Gothic Book" panose="020B0503020102020204" pitchFamily="34" charset="0"/>
              </a:rPr>
              <a:t>(09%) regulations and enforcement</a:t>
            </a:r>
          </a:p>
        </p:txBody>
      </p:sp>
      <p:graphicFrame>
        <p:nvGraphicFramePr>
          <p:cNvPr id="7" name="Object 2">
            <a:extLst>
              <a:ext uri="{FF2B5EF4-FFF2-40B4-BE49-F238E27FC236}">
                <a16:creationId xmlns:a16="http://schemas.microsoft.com/office/drawing/2014/main" id="{CA03F260-02A4-B510-BFE0-C1B5DA88A303}"/>
              </a:ext>
            </a:extLst>
          </p:cNvPr>
          <p:cNvGraphicFramePr>
            <a:graphicFrameLocks/>
          </p:cNvGraphicFramePr>
          <p:nvPr>
            <p:extLst>
              <p:ext uri="{D42A27DB-BD31-4B8C-83A1-F6EECF244321}">
                <p14:modId xmlns:p14="http://schemas.microsoft.com/office/powerpoint/2010/main" val="2948171658"/>
              </p:ext>
            </p:extLst>
          </p:nvPr>
        </p:nvGraphicFramePr>
        <p:xfrm>
          <a:off x="7996138" y="2797927"/>
          <a:ext cx="5811520" cy="3406987"/>
        </p:xfrm>
        <a:graphic>
          <a:graphicData uri="http://schemas.openxmlformats.org/drawingml/2006/chart">
            <c:chart xmlns:c="http://schemas.openxmlformats.org/drawingml/2006/chart" xmlns:r="http://schemas.openxmlformats.org/officeDocument/2006/relationships" r:id="rId2"/>
          </a:graphicData>
        </a:graphic>
      </p:graphicFrame>
      <p:pic>
        <p:nvPicPr>
          <p:cNvPr id="6" name="Picture 5">
            <a:extLst>
              <a:ext uri="{FF2B5EF4-FFF2-40B4-BE49-F238E27FC236}">
                <a16:creationId xmlns:a16="http://schemas.microsoft.com/office/drawing/2014/main" id="{1488BE9B-58FC-F9E9-6615-9207C29935D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189705" y="8444090"/>
            <a:ext cx="1448315" cy="815151"/>
          </a:xfrm>
          <a:prstGeom prst="rect">
            <a:avLst/>
          </a:prstGeom>
        </p:spPr>
      </p:pic>
      <p:sp>
        <p:nvSpPr>
          <p:cNvPr id="9" name="Title 1">
            <a:extLst>
              <a:ext uri="{FF2B5EF4-FFF2-40B4-BE49-F238E27FC236}">
                <a16:creationId xmlns:a16="http://schemas.microsoft.com/office/drawing/2014/main" id="{84DF08B2-B8E1-C301-C0C4-FD2B1D5CAB76}"/>
              </a:ext>
            </a:extLst>
          </p:cNvPr>
          <p:cNvSpPr txBox="1">
            <a:spLocks/>
          </p:cNvSpPr>
          <p:nvPr/>
        </p:nvSpPr>
        <p:spPr>
          <a:xfrm>
            <a:off x="677583" y="1440557"/>
            <a:ext cx="10061643" cy="436881"/>
          </a:xfrm>
          <a:prstGeom prst="rect">
            <a:avLst/>
          </a:prstGeom>
          <a:effectLst/>
        </p:spPr>
        <p:txBody>
          <a:bodyPr vert="horz" lIns="91440" tIns="45720" rIns="91440" bIns="45720" rtlCol="0" anchor="ctr">
            <a:noAutofit/>
          </a:bodyPr>
          <a:lstStyle>
            <a:lvl1pPr algn="l" defTabSz="670575" rtl="0" eaLnBrk="1" latinLnBrk="0" hangingPunct="1">
              <a:spcBef>
                <a:spcPct val="0"/>
              </a:spcBef>
              <a:buNone/>
              <a:defRPr sz="4693"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200" b="1" dirty="0">
                <a:solidFill>
                  <a:schemeClr val="bg1"/>
                </a:solidFill>
                <a:latin typeface="Franklin Gothic Book" panose="020B0503020102020204" pitchFamily="34" charset="0"/>
              </a:rPr>
              <a:t>KNOWN CHALLENGES – DESIGN &amp; CONSTRUCTION</a:t>
            </a:r>
          </a:p>
        </p:txBody>
      </p:sp>
    </p:spTree>
    <p:extLst>
      <p:ext uri="{BB962C8B-B14F-4D97-AF65-F5344CB8AC3E}">
        <p14:creationId xmlns:p14="http://schemas.microsoft.com/office/powerpoint/2010/main" val="36439491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gradFill rotWithShape="1">
          <a:gsLst>
            <a:gs pos="36000">
              <a:srgbClr val="357D95"/>
            </a:gs>
            <a:gs pos="100000">
              <a:schemeClr val="tx1"/>
            </a:gs>
          </a:gsLst>
          <a:lin ang="6120000" scaled="1"/>
        </a:gradFill>
        <a:effectLst/>
      </p:bgPr>
    </p:bg>
    <p:spTree>
      <p:nvGrpSpPr>
        <p:cNvPr id="1" name="">
          <a:extLst>
            <a:ext uri="{FF2B5EF4-FFF2-40B4-BE49-F238E27FC236}">
              <a16:creationId xmlns:a16="http://schemas.microsoft.com/office/drawing/2014/main" id="{53C8AAE2-8566-AAF4-5EFA-BAFC8DDBCAA2}"/>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26BC004-61C2-5AEF-6259-F668E8EB7F5F}"/>
              </a:ext>
            </a:extLst>
          </p:cNvPr>
          <p:cNvSpPr>
            <a:spLocks noGrp="1"/>
          </p:cNvSpPr>
          <p:nvPr>
            <p:ph idx="1"/>
          </p:nvPr>
        </p:nvSpPr>
        <p:spPr>
          <a:xfrm>
            <a:off x="677583" y="2062734"/>
            <a:ext cx="11637634" cy="6555109"/>
          </a:xfrm>
        </p:spPr>
        <p:txBody>
          <a:bodyPr anchor="t">
            <a:normAutofit/>
          </a:bodyPr>
          <a:lstStyle/>
          <a:p>
            <a:pPr marL="0" indent="0">
              <a:buNone/>
            </a:pPr>
            <a:r>
              <a:rPr lang="en-US" sz="2000" dirty="0">
                <a:solidFill>
                  <a:schemeClr val="bg1"/>
                </a:solidFill>
                <a:latin typeface="Franklin Gothic Book" panose="020B0503020102020204" pitchFamily="34" charset="0"/>
              </a:rPr>
              <a:t>Additionally, the top five causes for disputes are:</a:t>
            </a:r>
          </a:p>
          <a:p>
            <a:pPr marL="342891" indent="-342891">
              <a:buClr>
                <a:schemeClr val="bg1"/>
              </a:buClr>
              <a:buAutoNum type="arabicPeriod"/>
            </a:pPr>
            <a:r>
              <a:rPr lang="en-US" sz="2000" dirty="0">
                <a:solidFill>
                  <a:schemeClr val="bg1"/>
                </a:solidFill>
                <a:latin typeface="Franklin Gothic Book" panose="020B0503020102020204" pitchFamily="34" charset="0"/>
              </a:rPr>
              <a:t>Failure to administer the contract</a:t>
            </a:r>
          </a:p>
          <a:p>
            <a:pPr marL="342891" indent="-342891">
              <a:buClr>
                <a:schemeClr val="bg1"/>
              </a:buClr>
              <a:buAutoNum type="arabicPeriod"/>
            </a:pPr>
            <a:r>
              <a:rPr lang="en-US" sz="2000" dirty="0">
                <a:solidFill>
                  <a:schemeClr val="bg1"/>
                </a:solidFill>
                <a:latin typeface="Franklin Gothic Book" panose="020B0503020102020204" pitchFamily="34" charset="0"/>
              </a:rPr>
              <a:t>Ambiguities in the construction documents</a:t>
            </a:r>
          </a:p>
          <a:p>
            <a:pPr marL="342891" indent="-342891">
              <a:buClr>
                <a:schemeClr val="bg1"/>
              </a:buClr>
              <a:buAutoNum type="arabicPeriod"/>
            </a:pPr>
            <a:r>
              <a:rPr lang="en-US" sz="2000" dirty="0">
                <a:solidFill>
                  <a:schemeClr val="bg1"/>
                </a:solidFill>
                <a:latin typeface="Franklin Gothic Book" panose="020B0503020102020204" pitchFamily="34" charset="0"/>
              </a:rPr>
              <a:t>Failure to make timely interim awards on extension of time and associated compensation</a:t>
            </a:r>
          </a:p>
          <a:p>
            <a:pPr marL="342891" indent="-342891">
              <a:buClr>
                <a:schemeClr val="bg1"/>
              </a:buClr>
              <a:buAutoNum type="arabicPeriod"/>
            </a:pPr>
            <a:r>
              <a:rPr lang="en-US" sz="2000" dirty="0">
                <a:solidFill>
                  <a:schemeClr val="bg1"/>
                </a:solidFill>
                <a:latin typeface="Franklin Gothic Book" panose="020B0503020102020204" pitchFamily="34" charset="0"/>
              </a:rPr>
              <a:t>Incomplete design information and/or requirements</a:t>
            </a:r>
          </a:p>
          <a:p>
            <a:pPr marL="342891" indent="-342891">
              <a:buClr>
                <a:schemeClr val="bg1"/>
              </a:buClr>
              <a:buAutoNum type="arabicPeriod"/>
            </a:pPr>
            <a:r>
              <a:rPr lang="en-US" sz="2000" dirty="0">
                <a:solidFill>
                  <a:schemeClr val="bg1"/>
                </a:solidFill>
                <a:latin typeface="Franklin Gothic Book" panose="020B0503020102020204" pitchFamily="34" charset="0"/>
              </a:rPr>
              <a:t>Conflicting party interests</a:t>
            </a:r>
          </a:p>
        </p:txBody>
      </p:sp>
      <p:pic>
        <p:nvPicPr>
          <p:cNvPr id="6" name="Picture 5">
            <a:extLst>
              <a:ext uri="{FF2B5EF4-FFF2-40B4-BE49-F238E27FC236}">
                <a16:creationId xmlns:a16="http://schemas.microsoft.com/office/drawing/2014/main" id="{08F7323B-F6C2-127A-8E06-56464D522BB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189705" y="8444090"/>
            <a:ext cx="1448315" cy="815151"/>
          </a:xfrm>
          <a:prstGeom prst="rect">
            <a:avLst/>
          </a:prstGeom>
        </p:spPr>
      </p:pic>
      <p:sp>
        <p:nvSpPr>
          <p:cNvPr id="8" name="Title 1">
            <a:extLst>
              <a:ext uri="{FF2B5EF4-FFF2-40B4-BE49-F238E27FC236}">
                <a16:creationId xmlns:a16="http://schemas.microsoft.com/office/drawing/2014/main" id="{37B1CF24-E2D2-E5BA-39DC-00811690A6B1}"/>
              </a:ext>
            </a:extLst>
          </p:cNvPr>
          <p:cNvSpPr txBox="1">
            <a:spLocks/>
          </p:cNvSpPr>
          <p:nvPr/>
        </p:nvSpPr>
        <p:spPr>
          <a:xfrm>
            <a:off x="677583" y="1440557"/>
            <a:ext cx="10061643" cy="436881"/>
          </a:xfrm>
          <a:prstGeom prst="rect">
            <a:avLst/>
          </a:prstGeom>
          <a:effectLst/>
        </p:spPr>
        <p:txBody>
          <a:bodyPr vert="horz" lIns="91440" tIns="45720" rIns="91440" bIns="45720" rtlCol="0" anchor="ctr">
            <a:noAutofit/>
          </a:bodyPr>
          <a:lstStyle>
            <a:lvl1pPr algn="l" defTabSz="670575" rtl="0" eaLnBrk="1" latinLnBrk="0" hangingPunct="1">
              <a:spcBef>
                <a:spcPct val="0"/>
              </a:spcBef>
              <a:buNone/>
              <a:defRPr sz="4693"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200" b="1" dirty="0">
                <a:solidFill>
                  <a:schemeClr val="bg1"/>
                </a:solidFill>
                <a:latin typeface="Franklin Gothic Book" panose="020B0503020102020204" pitchFamily="34" charset="0"/>
              </a:rPr>
              <a:t>KNOWN CHALLENGES – DESIGN &amp; CONSTRUCTION</a:t>
            </a:r>
          </a:p>
        </p:txBody>
      </p:sp>
    </p:spTree>
    <p:extLst>
      <p:ext uri="{BB962C8B-B14F-4D97-AF65-F5344CB8AC3E}">
        <p14:creationId xmlns:p14="http://schemas.microsoft.com/office/powerpoint/2010/main" val="37002660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gradFill rotWithShape="1">
          <a:gsLst>
            <a:gs pos="36000">
              <a:srgbClr val="357D95"/>
            </a:gs>
            <a:gs pos="100000">
              <a:schemeClr val="tx1"/>
            </a:gs>
          </a:gsLst>
          <a:lin ang="6120000" scaled="1"/>
        </a:gradFill>
        <a:effectLst/>
      </p:bgPr>
    </p:bg>
    <p:spTree>
      <p:nvGrpSpPr>
        <p:cNvPr id="1" name="">
          <a:extLst>
            <a:ext uri="{FF2B5EF4-FFF2-40B4-BE49-F238E27FC236}">
              <a16:creationId xmlns:a16="http://schemas.microsoft.com/office/drawing/2014/main" id="{FA20838E-1B06-0976-1A3D-C28D313E32F3}"/>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AE78C01-E71D-2937-63C2-1FA08EE9E77C}"/>
              </a:ext>
            </a:extLst>
          </p:cNvPr>
          <p:cNvSpPr>
            <a:spLocks noGrp="1"/>
          </p:cNvSpPr>
          <p:nvPr>
            <p:ph idx="1"/>
          </p:nvPr>
        </p:nvSpPr>
        <p:spPr>
          <a:xfrm>
            <a:off x="677583" y="2072461"/>
            <a:ext cx="11472264" cy="6371629"/>
          </a:xfrm>
        </p:spPr>
        <p:txBody>
          <a:bodyPr anchor="t">
            <a:normAutofit lnSpcReduction="10000"/>
          </a:bodyPr>
          <a:lstStyle/>
          <a:p>
            <a:pPr marL="0" indent="0">
              <a:buNone/>
            </a:pPr>
            <a:r>
              <a:rPr lang="en-US" sz="2000" dirty="0">
                <a:solidFill>
                  <a:schemeClr val="bg1"/>
                </a:solidFill>
                <a:latin typeface="Franklin Gothic Book" panose="020B0503020102020204" pitchFamily="34" charset="0"/>
              </a:rPr>
              <a:t>As the previous information has illustrated, there are numerous challenges to consider and overcome during the creation, implementation, and completion of a project.  Typically, the overall life-cycle process of a project is dysfunctional via silos and poor communication, which leads to adversarial relationships.  Over the last several years, while the design and construction industries have made several improvements, it has been slow to adopt new technologies and processes.</a:t>
            </a:r>
          </a:p>
          <a:p>
            <a:pPr marL="0" indent="0">
              <a:buNone/>
            </a:pPr>
            <a:r>
              <a:rPr lang="en-US" sz="2000" dirty="0">
                <a:solidFill>
                  <a:schemeClr val="bg1"/>
                </a:solidFill>
                <a:latin typeface="Franklin Gothic Book" panose="020B0503020102020204" pitchFamily="34" charset="0"/>
              </a:rPr>
              <a:t>We have broken down the overall process into the following eight (8) phases.</a:t>
            </a:r>
          </a:p>
          <a:p>
            <a:pPr marL="0" indent="0">
              <a:buNone/>
            </a:pPr>
            <a:r>
              <a:rPr lang="en-US" sz="2000" b="1" dirty="0">
                <a:solidFill>
                  <a:schemeClr val="bg1"/>
                </a:solidFill>
                <a:latin typeface="Franklin Gothic Book" panose="020B0503020102020204" pitchFamily="34" charset="0"/>
              </a:rPr>
              <a:t>ONE: </a:t>
            </a:r>
            <a:r>
              <a:rPr lang="en-US" sz="2000" dirty="0">
                <a:solidFill>
                  <a:schemeClr val="bg1"/>
                </a:solidFill>
                <a:latin typeface="Franklin Gothic Book" panose="020B0503020102020204" pitchFamily="34" charset="0"/>
              </a:rPr>
              <a:t>Project Development</a:t>
            </a:r>
          </a:p>
          <a:p>
            <a:pPr marL="0" indent="0">
              <a:buNone/>
            </a:pPr>
            <a:r>
              <a:rPr lang="en-US" sz="2000" b="1" dirty="0">
                <a:solidFill>
                  <a:schemeClr val="bg1"/>
                </a:solidFill>
                <a:latin typeface="Franklin Gothic Book" panose="020B0503020102020204" pitchFamily="34" charset="0"/>
              </a:rPr>
              <a:t>TWO: </a:t>
            </a:r>
            <a:r>
              <a:rPr lang="en-US" sz="2000" dirty="0">
                <a:solidFill>
                  <a:schemeClr val="bg1"/>
                </a:solidFill>
                <a:latin typeface="Franklin Gothic Book" panose="020B0503020102020204" pitchFamily="34" charset="0"/>
              </a:rPr>
              <a:t>Team Development</a:t>
            </a:r>
          </a:p>
          <a:p>
            <a:pPr marL="0" indent="0">
              <a:buNone/>
            </a:pPr>
            <a:r>
              <a:rPr lang="en-US" sz="2000" b="1" dirty="0">
                <a:solidFill>
                  <a:schemeClr val="bg1"/>
                </a:solidFill>
                <a:latin typeface="Franklin Gothic Book" panose="020B0503020102020204" pitchFamily="34" charset="0"/>
              </a:rPr>
              <a:t>THREE: </a:t>
            </a:r>
            <a:r>
              <a:rPr lang="en-US" sz="2000" dirty="0">
                <a:solidFill>
                  <a:schemeClr val="bg1"/>
                </a:solidFill>
                <a:latin typeface="Franklin Gothic Book" panose="020B0503020102020204" pitchFamily="34" charset="0"/>
              </a:rPr>
              <a:t>Design</a:t>
            </a:r>
          </a:p>
          <a:p>
            <a:pPr marL="0" indent="0">
              <a:buNone/>
            </a:pPr>
            <a:r>
              <a:rPr lang="en-US" sz="2000" b="1" dirty="0">
                <a:solidFill>
                  <a:schemeClr val="bg1"/>
                </a:solidFill>
                <a:latin typeface="Franklin Gothic Book" panose="020B0503020102020204" pitchFamily="34" charset="0"/>
              </a:rPr>
              <a:t>FOUR: </a:t>
            </a:r>
            <a:r>
              <a:rPr lang="en-US" sz="2000" dirty="0">
                <a:solidFill>
                  <a:schemeClr val="bg1"/>
                </a:solidFill>
                <a:latin typeface="Franklin Gothic Book" panose="020B0503020102020204" pitchFamily="34" charset="0"/>
              </a:rPr>
              <a:t>Agency Review</a:t>
            </a:r>
          </a:p>
          <a:p>
            <a:pPr marL="0" indent="0">
              <a:buNone/>
            </a:pPr>
            <a:r>
              <a:rPr lang="en-US" sz="2000" b="1" dirty="0">
                <a:solidFill>
                  <a:schemeClr val="bg1"/>
                </a:solidFill>
                <a:latin typeface="Franklin Gothic Book" panose="020B0503020102020204" pitchFamily="34" charset="0"/>
              </a:rPr>
              <a:t>FIVE: </a:t>
            </a:r>
            <a:r>
              <a:rPr lang="en-US" sz="2000" dirty="0">
                <a:solidFill>
                  <a:schemeClr val="bg1"/>
                </a:solidFill>
                <a:latin typeface="Franklin Gothic Book" panose="020B0503020102020204" pitchFamily="34" charset="0"/>
              </a:rPr>
              <a:t>Preconstruction</a:t>
            </a:r>
          </a:p>
          <a:p>
            <a:pPr marL="0" indent="0">
              <a:buNone/>
            </a:pPr>
            <a:r>
              <a:rPr lang="en-US" sz="2000" b="1" dirty="0">
                <a:solidFill>
                  <a:schemeClr val="bg1"/>
                </a:solidFill>
                <a:latin typeface="Franklin Gothic Book" panose="020B0503020102020204" pitchFamily="34" charset="0"/>
              </a:rPr>
              <a:t>SIX: </a:t>
            </a:r>
            <a:r>
              <a:rPr lang="en-US" sz="2000" dirty="0">
                <a:solidFill>
                  <a:schemeClr val="bg1"/>
                </a:solidFill>
                <a:latin typeface="Franklin Gothic Book" panose="020B0503020102020204" pitchFamily="34" charset="0"/>
              </a:rPr>
              <a:t>Construction</a:t>
            </a:r>
          </a:p>
          <a:p>
            <a:pPr marL="0" indent="0">
              <a:buNone/>
            </a:pPr>
            <a:r>
              <a:rPr lang="en-US" sz="2000" b="1" dirty="0">
                <a:solidFill>
                  <a:schemeClr val="bg1"/>
                </a:solidFill>
                <a:latin typeface="Franklin Gothic Book" panose="020B0503020102020204" pitchFamily="34" charset="0"/>
              </a:rPr>
              <a:t>SEVEN: </a:t>
            </a:r>
            <a:r>
              <a:rPr lang="en-US" sz="2000" dirty="0">
                <a:solidFill>
                  <a:schemeClr val="bg1"/>
                </a:solidFill>
                <a:latin typeface="Franklin Gothic Book" panose="020B0503020102020204" pitchFamily="34" charset="0"/>
              </a:rPr>
              <a:t>Close Out</a:t>
            </a:r>
          </a:p>
          <a:p>
            <a:pPr marL="0" indent="0">
              <a:buNone/>
            </a:pPr>
            <a:r>
              <a:rPr lang="en-US" sz="2000" b="1" dirty="0">
                <a:solidFill>
                  <a:schemeClr val="bg1"/>
                </a:solidFill>
                <a:latin typeface="Franklin Gothic Book" panose="020B0503020102020204" pitchFamily="34" charset="0"/>
              </a:rPr>
              <a:t>EIGHT: </a:t>
            </a:r>
            <a:r>
              <a:rPr lang="en-US" sz="2000" dirty="0">
                <a:solidFill>
                  <a:schemeClr val="bg1"/>
                </a:solidFill>
                <a:latin typeface="Franklin Gothic Book" panose="020B0503020102020204" pitchFamily="34" charset="0"/>
              </a:rPr>
              <a:t>Operation (patient ready)</a:t>
            </a:r>
          </a:p>
          <a:p>
            <a:pPr marL="0" indent="0">
              <a:buNone/>
            </a:pPr>
            <a:r>
              <a:rPr lang="en-US" sz="2000" dirty="0">
                <a:solidFill>
                  <a:schemeClr val="bg1"/>
                </a:solidFill>
                <a:latin typeface="Franklin Gothic Book" panose="020B0503020102020204" pitchFamily="34" charset="0"/>
              </a:rPr>
              <a:t>Question: What if the overall creation and delivery of a project could be improved by 5%?</a:t>
            </a:r>
          </a:p>
        </p:txBody>
      </p:sp>
      <p:pic>
        <p:nvPicPr>
          <p:cNvPr id="6" name="Picture 5">
            <a:extLst>
              <a:ext uri="{FF2B5EF4-FFF2-40B4-BE49-F238E27FC236}">
                <a16:creationId xmlns:a16="http://schemas.microsoft.com/office/drawing/2014/main" id="{1D1563F8-A67B-CA61-E4C6-B1B23D0378F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189705" y="8444090"/>
            <a:ext cx="1448315" cy="815151"/>
          </a:xfrm>
          <a:prstGeom prst="rect">
            <a:avLst/>
          </a:prstGeom>
        </p:spPr>
      </p:pic>
      <p:sp>
        <p:nvSpPr>
          <p:cNvPr id="8" name="Title 1">
            <a:extLst>
              <a:ext uri="{FF2B5EF4-FFF2-40B4-BE49-F238E27FC236}">
                <a16:creationId xmlns:a16="http://schemas.microsoft.com/office/drawing/2014/main" id="{BC805D2B-248A-2B84-711D-35935A91DAFF}"/>
              </a:ext>
            </a:extLst>
          </p:cNvPr>
          <p:cNvSpPr txBox="1">
            <a:spLocks/>
          </p:cNvSpPr>
          <p:nvPr/>
        </p:nvSpPr>
        <p:spPr>
          <a:xfrm>
            <a:off x="677583" y="1440557"/>
            <a:ext cx="10061643" cy="436881"/>
          </a:xfrm>
          <a:prstGeom prst="rect">
            <a:avLst/>
          </a:prstGeom>
          <a:effectLst/>
        </p:spPr>
        <p:txBody>
          <a:bodyPr vert="horz" lIns="91440" tIns="45720" rIns="91440" bIns="45720" rtlCol="0" anchor="ctr">
            <a:noAutofit/>
          </a:bodyPr>
          <a:lstStyle>
            <a:lvl1pPr algn="l" defTabSz="670575" rtl="0" eaLnBrk="1" latinLnBrk="0" hangingPunct="1">
              <a:spcBef>
                <a:spcPct val="0"/>
              </a:spcBef>
              <a:buNone/>
              <a:defRPr sz="4693"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200" b="1" dirty="0">
                <a:solidFill>
                  <a:schemeClr val="bg1"/>
                </a:solidFill>
                <a:latin typeface="Franklin Gothic Book" panose="020B0503020102020204" pitchFamily="34" charset="0"/>
              </a:rPr>
              <a:t>DETERMINING EFFICIENT &amp; EFFECTIVE SOLUTIONS</a:t>
            </a:r>
          </a:p>
        </p:txBody>
      </p:sp>
    </p:spTree>
    <p:extLst>
      <p:ext uri="{BB962C8B-B14F-4D97-AF65-F5344CB8AC3E}">
        <p14:creationId xmlns:p14="http://schemas.microsoft.com/office/powerpoint/2010/main" val="39536184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gradFill rotWithShape="1">
          <a:gsLst>
            <a:gs pos="36000">
              <a:srgbClr val="357D95"/>
            </a:gs>
            <a:gs pos="100000">
              <a:schemeClr val="tx1"/>
            </a:gs>
          </a:gsLst>
          <a:lin ang="6120000" scaled="1"/>
        </a:gradFill>
        <a:effectLst/>
      </p:bgPr>
    </p:bg>
    <p:spTree>
      <p:nvGrpSpPr>
        <p:cNvPr id="1" name="">
          <a:extLst>
            <a:ext uri="{FF2B5EF4-FFF2-40B4-BE49-F238E27FC236}">
              <a16:creationId xmlns:a16="http://schemas.microsoft.com/office/drawing/2014/main" id="{B3A43B97-9347-BC8A-791D-7778604EA354}"/>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870F607-A594-5608-27EF-98FDFA59F8F2}"/>
              </a:ext>
            </a:extLst>
          </p:cNvPr>
          <p:cNvSpPr>
            <a:spLocks noGrp="1"/>
          </p:cNvSpPr>
          <p:nvPr>
            <p:ph idx="1"/>
          </p:nvPr>
        </p:nvSpPr>
        <p:spPr>
          <a:xfrm>
            <a:off x="677583" y="2091916"/>
            <a:ext cx="11559813" cy="6352174"/>
          </a:xfrm>
        </p:spPr>
        <p:txBody>
          <a:bodyPr anchor="t">
            <a:normAutofit/>
          </a:bodyPr>
          <a:lstStyle/>
          <a:p>
            <a:pPr marL="0" indent="0">
              <a:buNone/>
            </a:pPr>
            <a:r>
              <a:rPr lang="en-US" sz="2000" dirty="0">
                <a:solidFill>
                  <a:schemeClr val="bg1"/>
                </a:solidFill>
                <a:latin typeface="Franklin Gothic Book" panose="020B0503020102020204" pitchFamily="34" charset="0"/>
              </a:rPr>
              <a:t>Questions to consider: Communication</a:t>
            </a:r>
          </a:p>
          <a:p>
            <a:pPr>
              <a:buFont typeface="Wingdings" panose="05000000000000000000" pitchFamily="2" charset="2"/>
              <a:buChar char="Ø"/>
            </a:pPr>
            <a:r>
              <a:rPr lang="en-US" sz="2000" dirty="0">
                <a:solidFill>
                  <a:schemeClr val="bg1"/>
                </a:solidFill>
                <a:latin typeface="Franklin Gothic Book" panose="020B0503020102020204" pitchFamily="34" charset="0"/>
              </a:rPr>
              <a:t>Who is responsible for the overall project from beginning to end?</a:t>
            </a:r>
          </a:p>
          <a:p>
            <a:pPr>
              <a:buFont typeface="Wingdings" panose="05000000000000000000" pitchFamily="2" charset="2"/>
              <a:buChar char="Ø"/>
            </a:pPr>
            <a:r>
              <a:rPr lang="en-US" sz="2000" dirty="0">
                <a:solidFill>
                  <a:schemeClr val="bg1"/>
                </a:solidFill>
                <a:latin typeface="Franklin Gothic Book" panose="020B0503020102020204" pitchFamily="34" charset="0"/>
              </a:rPr>
              <a:t>Are the right people in the right positions?</a:t>
            </a:r>
          </a:p>
          <a:p>
            <a:pPr>
              <a:buFont typeface="Wingdings" panose="05000000000000000000" pitchFamily="2" charset="2"/>
              <a:buChar char="Ø"/>
            </a:pPr>
            <a:r>
              <a:rPr lang="en-US" sz="2000" dirty="0">
                <a:solidFill>
                  <a:schemeClr val="bg1"/>
                </a:solidFill>
                <a:latin typeface="Franklin Gothic Book" panose="020B0503020102020204" pitchFamily="34" charset="0"/>
              </a:rPr>
              <a:t>Are the right people making the right decisions?</a:t>
            </a:r>
          </a:p>
          <a:p>
            <a:pPr>
              <a:buFont typeface="Wingdings" panose="05000000000000000000" pitchFamily="2" charset="2"/>
              <a:buChar char="Ø"/>
            </a:pPr>
            <a:r>
              <a:rPr lang="en-US" sz="2000" dirty="0">
                <a:solidFill>
                  <a:schemeClr val="bg1"/>
                </a:solidFill>
                <a:latin typeface="Franklin Gothic Book" panose="020B0503020102020204" pitchFamily="34" charset="0"/>
              </a:rPr>
              <a:t>Do the right people have the necessary information to make the right decisions?</a:t>
            </a:r>
          </a:p>
          <a:p>
            <a:pPr>
              <a:buFont typeface="Wingdings" panose="05000000000000000000" pitchFamily="2" charset="2"/>
              <a:buChar char="Ø"/>
            </a:pPr>
            <a:r>
              <a:rPr lang="en-US" sz="2000" dirty="0">
                <a:solidFill>
                  <a:schemeClr val="bg1"/>
                </a:solidFill>
                <a:latin typeface="Franklin Gothic Book" panose="020B0503020102020204" pitchFamily="34" charset="0"/>
              </a:rPr>
              <a:t>Are the current processes efficient and effective?</a:t>
            </a:r>
          </a:p>
          <a:p>
            <a:pPr>
              <a:buFont typeface="Wingdings" panose="05000000000000000000" pitchFamily="2" charset="2"/>
              <a:buChar char="Ø"/>
            </a:pPr>
            <a:r>
              <a:rPr lang="en-US" sz="2000" dirty="0">
                <a:solidFill>
                  <a:schemeClr val="bg1"/>
                </a:solidFill>
                <a:latin typeface="Franklin Gothic Book" panose="020B0503020102020204" pitchFamily="34" charset="0"/>
              </a:rPr>
              <a:t>How is communication achieved between all of the various parties?</a:t>
            </a:r>
          </a:p>
          <a:p>
            <a:pPr>
              <a:buFont typeface="Wingdings" panose="05000000000000000000" pitchFamily="2" charset="2"/>
              <a:buChar char="Ø"/>
            </a:pPr>
            <a:r>
              <a:rPr lang="en-US" sz="2000" dirty="0">
                <a:solidFill>
                  <a:schemeClr val="bg1"/>
                </a:solidFill>
                <a:latin typeface="Franklin Gothic Book" panose="020B0503020102020204" pitchFamily="34" charset="0"/>
              </a:rPr>
              <a:t>What are the “known” and “unknown” interests / motivations of each group?</a:t>
            </a:r>
          </a:p>
          <a:p>
            <a:pPr>
              <a:buFont typeface="Wingdings" panose="05000000000000000000" pitchFamily="2" charset="2"/>
              <a:buChar char="Ø"/>
            </a:pPr>
            <a:r>
              <a:rPr lang="en-US" sz="2000" dirty="0">
                <a:solidFill>
                  <a:schemeClr val="bg1"/>
                </a:solidFill>
                <a:latin typeface="Franklin Gothic Book" panose="020B0503020102020204" pitchFamily="34" charset="0"/>
              </a:rPr>
              <a:t>What are the defined objective and expectations of each group?</a:t>
            </a:r>
          </a:p>
          <a:p>
            <a:pPr lvl="1">
              <a:buFont typeface="Wingdings" panose="05000000000000000000" pitchFamily="2" charset="2"/>
              <a:buChar char="Ø"/>
            </a:pPr>
            <a:r>
              <a:rPr lang="en-US" sz="1800" dirty="0">
                <a:solidFill>
                  <a:schemeClr val="bg1"/>
                </a:solidFill>
                <a:latin typeface="Franklin Gothic Book" panose="020B0503020102020204" pitchFamily="34" charset="0"/>
              </a:rPr>
              <a:t>Does everyone know the answers to these questions?</a:t>
            </a:r>
          </a:p>
          <a:p>
            <a:pPr lvl="1">
              <a:buFont typeface="Wingdings" panose="05000000000000000000" pitchFamily="2" charset="2"/>
              <a:buChar char="Ø"/>
            </a:pPr>
            <a:r>
              <a:rPr lang="en-US" sz="1800" dirty="0">
                <a:solidFill>
                  <a:schemeClr val="bg1"/>
                </a:solidFill>
                <a:latin typeface="Franklin Gothic Book" panose="020B0503020102020204" pitchFamily="34" charset="0"/>
              </a:rPr>
              <a:t>Does everyone agree?</a:t>
            </a:r>
          </a:p>
        </p:txBody>
      </p:sp>
      <p:pic>
        <p:nvPicPr>
          <p:cNvPr id="6" name="Picture 5">
            <a:extLst>
              <a:ext uri="{FF2B5EF4-FFF2-40B4-BE49-F238E27FC236}">
                <a16:creationId xmlns:a16="http://schemas.microsoft.com/office/drawing/2014/main" id="{EC397D80-BD58-3AA6-D1E3-A48F8460939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189705" y="8444090"/>
            <a:ext cx="1448315" cy="815151"/>
          </a:xfrm>
          <a:prstGeom prst="rect">
            <a:avLst/>
          </a:prstGeom>
        </p:spPr>
      </p:pic>
      <p:sp>
        <p:nvSpPr>
          <p:cNvPr id="8" name="Title 1">
            <a:extLst>
              <a:ext uri="{FF2B5EF4-FFF2-40B4-BE49-F238E27FC236}">
                <a16:creationId xmlns:a16="http://schemas.microsoft.com/office/drawing/2014/main" id="{EA50AF32-831C-D6E0-2E1B-9BCCD6D27549}"/>
              </a:ext>
            </a:extLst>
          </p:cNvPr>
          <p:cNvSpPr txBox="1">
            <a:spLocks/>
          </p:cNvSpPr>
          <p:nvPr/>
        </p:nvSpPr>
        <p:spPr>
          <a:xfrm>
            <a:off x="677583" y="1440557"/>
            <a:ext cx="10061643" cy="436881"/>
          </a:xfrm>
          <a:prstGeom prst="rect">
            <a:avLst/>
          </a:prstGeom>
          <a:effectLst/>
        </p:spPr>
        <p:txBody>
          <a:bodyPr vert="horz" lIns="91440" tIns="45720" rIns="91440" bIns="45720" rtlCol="0" anchor="ctr">
            <a:noAutofit/>
          </a:bodyPr>
          <a:lstStyle>
            <a:lvl1pPr algn="l" defTabSz="670575" rtl="0" eaLnBrk="1" latinLnBrk="0" hangingPunct="1">
              <a:spcBef>
                <a:spcPct val="0"/>
              </a:spcBef>
              <a:buNone/>
              <a:defRPr sz="4693"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200" b="1" dirty="0">
                <a:solidFill>
                  <a:schemeClr val="bg1"/>
                </a:solidFill>
                <a:latin typeface="Franklin Gothic Book" panose="020B0503020102020204" pitchFamily="34" charset="0"/>
              </a:rPr>
              <a:t>DETERMINING EFFICIENT &amp; EFFECTIVE SOLUTIONS</a:t>
            </a:r>
          </a:p>
        </p:txBody>
      </p:sp>
    </p:spTree>
    <p:extLst>
      <p:ext uri="{BB962C8B-B14F-4D97-AF65-F5344CB8AC3E}">
        <p14:creationId xmlns:p14="http://schemas.microsoft.com/office/powerpoint/2010/main" val="5313359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gradFill rotWithShape="1">
          <a:gsLst>
            <a:gs pos="36000">
              <a:srgbClr val="357D95"/>
            </a:gs>
            <a:gs pos="100000">
              <a:schemeClr val="tx1"/>
            </a:gs>
          </a:gsLst>
          <a:lin ang="6120000" scaled="1"/>
        </a:gradFill>
        <a:effectLst/>
      </p:bgPr>
    </p:bg>
    <p:spTree>
      <p:nvGrpSpPr>
        <p:cNvPr id="1" name="">
          <a:extLst>
            <a:ext uri="{FF2B5EF4-FFF2-40B4-BE49-F238E27FC236}">
              <a16:creationId xmlns:a16="http://schemas.microsoft.com/office/drawing/2014/main" id="{9CFE4B1D-FDC3-3BB1-5E21-1381C377227C}"/>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171ED07-678E-B5D7-6221-62978842218C}"/>
              </a:ext>
            </a:extLst>
          </p:cNvPr>
          <p:cNvSpPr>
            <a:spLocks noGrp="1"/>
          </p:cNvSpPr>
          <p:nvPr>
            <p:ph idx="1"/>
          </p:nvPr>
        </p:nvSpPr>
        <p:spPr>
          <a:xfrm>
            <a:off x="677583" y="2082189"/>
            <a:ext cx="11559813" cy="6361901"/>
          </a:xfrm>
        </p:spPr>
        <p:txBody>
          <a:bodyPr anchor="t">
            <a:normAutofit/>
          </a:bodyPr>
          <a:lstStyle/>
          <a:p>
            <a:pPr marL="0" indent="0">
              <a:buNone/>
            </a:pPr>
            <a:r>
              <a:rPr lang="en-US" sz="2000" dirty="0">
                <a:solidFill>
                  <a:schemeClr val="bg1"/>
                </a:solidFill>
                <a:latin typeface="Franklin Gothic Book" panose="020B0503020102020204" pitchFamily="34" charset="0"/>
              </a:rPr>
              <a:t>Critical questions for establishing a project strategy:</a:t>
            </a:r>
          </a:p>
          <a:p>
            <a:pPr marL="342900" indent="-342900">
              <a:buAutoNum type="arabicPeriod"/>
            </a:pPr>
            <a:r>
              <a:rPr lang="en-US" sz="2000" dirty="0">
                <a:solidFill>
                  <a:schemeClr val="bg1"/>
                </a:solidFill>
                <a:latin typeface="Franklin Gothic Book" panose="020B0503020102020204" pitchFamily="34" charset="0"/>
              </a:rPr>
              <a:t>What is the most important project objective?</a:t>
            </a:r>
          </a:p>
          <a:p>
            <a:pPr marL="1013475" lvl="1" indent="-342900">
              <a:buAutoNum type="arabicPeriod"/>
            </a:pPr>
            <a:r>
              <a:rPr lang="en-US" sz="1800" dirty="0">
                <a:solidFill>
                  <a:schemeClr val="bg1"/>
                </a:solidFill>
                <a:latin typeface="Franklin Gothic Book" panose="020B0503020102020204" pitchFamily="34" charset="0"/>
              </a:rPr>
              <a:t>“This project must be completed and able to treat patients by…”</a:t>
            </a:r>
          </a:p>
          <a:p>
            <a:pPr marL="1013475" lvl="1" indent="-342900">
              <a:buAutoNum type="arabicPeriod"/>
            </a:pPr>
            <a:r>
              <a:rPr lang="en-US" sz="1800" dirty="0">
                <a:solidFill>
                  <a:schemeClr val="bg1"/>
                </a:solidFill>
                <a:latin typeface="Franklin Gothic Book" panose="020B0503020102020204" pitchFamily="34" charset="0"/>
              </a:rPr>
              <a:t>“The total project cost cannot exceed…”</a:t>
            </a:r>
          </a:p>
          <a:p>
            <a:pPr marL="342900" indent="-342900">
              <a:buAutoNum type="arabicPeriod"/>
            </a:pPr>
            <a:r>
              <a:rPr lang="en-US" sz="2000" dirty="0">
                <a:solidFill>
                  <a:schemeClr val="bg1"/>
                </a:solidFill>
                <a:latin typeface="Franklin Gothic Book" panose="020B0503020102020204" pitchFamily="34" charset="0"/>
              </a:rPr>
              <a:t>What is the biggest project concern / challenge?</a:t>
            </a:r>
          </a:p>
          <a:p>
            <a:pPr marL="342900" indent="-342900">
              <a:buAutoNum type="arabicPeriod"/>
            </a:pPr>
            <a:r>
              <a:rPr lang="en-US" sz="2000" dirty="0">
                <a:solidFill>
                  <a:schemeClr val="bg1"/>
                </a:solidFill>
                <a:latin typeface="Franklin Gothic Book" panose="020B0503020102020204" pitchFamily="34" charset="0"/>
              </a:rPr>
              <a:t>Efficient involvement of key stakeholders (e.g., ultimate users)?</a:t>
            </a:r>
          </a:p>
          <a:p>
            <a:pPr marL="1013475" lvl="1" indent="-342900">
              <a:buAutoNum type="arabicPeriod"/>
            </a:pPr>
            <a:r>
              <a:rPr lang="en-US" sz="1800" dirty="0">
                <a:solidFill>
                  <a:schemeClr val="bg1"/>
                </a:solidFill>
                <a:latin typeface="Franklin Gothic Book" panose="020B0503020102020204" pitchFamily="34" charset="0"/>
              </a:rPr>
              <a:t>Continuous re-evaluation and redesign when new stakeholders get involved</a:t>
            </a:r>
          </a:p>
          <a:p>
            <a:pPr marL="342900" indent="-342900">
              <a:buAutoNum type="arabicPeriod"/>
            </a:pPr>
            <a:r>
              <a:rPr lang="en-US" sz="2000" dirty="0">
                <a:solidFill>
                  <a:schemeClr val="bg1"/>
                </a:solidFill>
                <a:latin typeface="Franklin Gothic Book" panose="020B0503020102020204" pitchFamily="34" charset="0"/>
              </a:rPr>
              <a:t>Ability to delegate authority to make final decisions promptly?</a:t>
            </a:r>
          </a:p>
          <a:p>
            <a:pPr marL="1013475" lvl="1" indent="-342900">
              <a:buAutoNum type="arabicPeriod"/>
            </a:pPr>
            <a:r>
              <a:rPr lang="en-US" sz="1800" dirty="0">
                <a:solidFill>
                  <a:schemeClr val="bg1"/>
                </a:solidFill>
                <a:latin typeface="Franklin Gothic Book" panose="020B0503020102020204" pitchFamily="34" charset="0"/>
              </a:rPr>
              <a:t>Who is the decision maker?</a:t>
            </a:r>
          </a:p>
          <a:p>
            <a:pPr marL="342900" indent="-342900">
              <a:buAutoNum type="arabicPeriod"/>
            </a:pPr>
            <a:r>
              <a:rPr lang="en-US" sz="2000" dirty="0">
                <a:solidFill>
                  <a:schemeClr val="bg1"/>
                </a:solidFill>
                <a:latin typeface="Franklin Gothic Book" panose="020B0503020102020204" pitchFamily="34" charset="0"/>
              </a:rPr>
              <a:t>Rules governing procurement?</a:t>
            </a:r>
          </a:p>
          <a:p>
            <a:pPr marL="1013475" lvl="1" indent="-342900">
              <a:buAutoNum type="arabicPeriod"/>
            </a:pPr>
            <a:r>
              <a:rPr lang="en-US" sz="1800" dirty="0">
                <a:solidFill>
                  <a:schemeClr val="bg1"/>
                </a:solidFill>
                <a:latin typeface="Franklin Gothic Book" panose="020B0503020102020204" pitchFamily="34" charset="0"/>
              </a:rPr>
              <a:t>Purchase Order v. Contract</a:t>
            </a:r>
          </a:p>
          <a:p>
            <a:pPr marL="1013475" lvl="1" indent="-342900">
              <a:buAutoNum type="arabicPeriod"/>
            </a:pPr>
            <a:r>
              <a:rPr lang="en-US" sz="1800" dirty="0">
                <a:solidFill>
                  <a:schemeClr val="bg1"/>
                </a:solidFill>
                <a:latin typeface="Franklin Gothic Book" panose="020B0503020102020204" pitchFamily="34" charset="0"/>
              </a:rPr>
              <a:t>Signing authority</a:t>
            </a:r>
          </a:p>
          <a:p>
            <a:pPr marL="342900" indent="-342900">
              <a:buAutoNum type="arabicPeriod"/>
            </a:pPr>
            <a:r>
              <a:rPr lang="en-US" sz="2000" dirty="0">
                <a:solidFill>
                  <a:schemeClr val="bg1"/>
                </a:solidFill>
                <a:latin typeface="Franklin Gothic Book" panose="020B0503020102020204" pitchFamily="34" charset="0"/>
              </a:rPr>
              <a:t>Owner’s dominant personality and/or culture?</a:t>
            </a:r>
          </a:p>
        </p:txBody>
      </p:sp>
      <p:pic>
        <p:nvPicPr>
          <p:cNvPr id="6" name="Picture 5">
            <a:extLst>
              <a:ext uri="{FF2B5EF4-FFF2-40B4-BE49-F238E27FC236}">
                <a16:creationId xmlns:a16="http://schemas.microsoft.com/office/drawing/2014/main" id="{B46B79BB-7461-648C-A9B6-5608B002354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189705" y="8444090"/>
            <a:ext cx="1448315" cy="815151"/>
          </a:xfrm>
          <a:prstGeom prst="rect">
            <a:avLst/>
          </a:prstGeom>
        </p:spPr>
      </p:pic>
      <p:sp>
        <p:nvSpPr>
          <p:cNvPr id="8" name="Title 1">
            <a:extLst>
              <a:ext uri="{FF2B5EF4-FFF2-40B4-BE49-F238E27FC236}">
                <a16:creationId xmlns:a16="http://schemas.microsoft.com/office/drawing/2014/main" id="{4E8E6C47-BBB4-3A93-C085-6F389533A0D3}"/>
              </a:ext>
            </a:extLst>
          </p:cNvPr>
          <p:cNvSpPr txBox="1">
            <a:spLocks/>
          </p:cNvSpPr>
          <p:nvPr/>
        </p:nvSpPr>
        <p:spPr>
          <a:xfrm>
            <a:off x="677583" y="1440557"/>
            <a:ext cx="10061643" cy="436881"/>
          </a:xfrm>
          <a:prstGeom prst="rect">
            <a:avLst/>
          </a:prstGeom>
          <a:effectLst/>
        </p:spPr>
        <p:txBody>
          <a:bodyPr vert="horz" lIns="91440" tIns="45720" rIns="91440" bIns="45720" rtlCol="0" anchor="ctr">
            <a:noAutofit/>
          </a:bodyPr>
          <a:lstStyle>
            <a:lvl1pPr algn="l" defTabSz="670575" rtl="0" eaLnBrk="1" latinLnBrk="0" hangingPunct="1">
              <a:spcBef>
                <a:spcPct val="0"/>
              </a:spcBef>
              <a:buNone/>
              <a:defRPr sz="4693"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200" b="1" dirty="0">
                <a:solidFill>
                  <a:schemeClr val="bg1"/>
                </a:solidFill>
                <a:latin typeface="Franklin Gothic Book" panose="020B0503020102020204" pitchFamily="34" charset="0"/>
              </a:rPr>
              <a:t>DETERMINING EFFICIENT &amp; EFFECTIVE SOLUTIONS</a:t>
            </a:r>
          </a:p>
        </p:txBody>
      </p:sp>
    </p:spTree>
    <p:extLst>
      <p:ext uri="{BB962C8B-B14F-4D97-AF65-F5344CB8AC3E}">
        <p14:creationId xmlns:p14="http://schemas.microsoft.com/office/powerpoint/2010/main" val="31952692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gradFill rotWithShape="1">
          <a:gsLst>
            <a:gs pos="36000">
              <a:srgbClr val="357D95"/>
            </a:gs>
            <a:gs pos="100000">
              <a:schemeClr val="tx1"/>
            </a:gs>
          </a:gsLst>
          <a:lin ang="6120000" scaled="1"/>
        </a:gradFill>
        <a:effectLst/>
      </p:bgPr>
    </p:bg>
    <p:spTree>
      <p:nvGrpSpPr>
        <p:cNvPr id="1" name="">
          <a:extLst>
            <a:ext uri="{FF2B5EF4-FFF2-40B4-BE49-F238E27FC236}">
              <a16:creationId xmlns:a16="http://schemas.microsoft.com/office/drawing/2014/main" id="{D014478F-3F7A-9785-6272-2C2AF6F96172}"/>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3C8715E-A7FE-3D61-C46F-2FB6511688B7}"/>
              </a:ext>
            </a:extLst>
          </p:cNvPr>
          <p:cNvSpPr>
            <a:spLocks noGrp="1"/>
          </p:cNvSpPr>
          <p:nvPr>
            <p:ph idx="1"/>
          </p:nvPr>
        </p:nvSpPr>
        <p:spPr>
          <a:xfrm>
            <a:off x="677583" y="2014093"/>
            <a:ext cx="11773821" cy="7245147"/>
          </a:xfrm>
        </p:spPr>
        <p:txBody>
          <a:bodyPr anchor="t">
            <a:normAutofit/>
          </a:bodyPr>
          <a:lstStyle/>
          <a:p>
            <a:pPr marL="0" indent="0">
              <a:buNone/>
            </a:pPr>
            <a:r>
              <a:rPr lang="en-US" sz="2000" dirty="0">
                <a:solidFill>
                  <a:schemeClr val="bg1"/>
                </a:solidFill>
                <a:latin typeface="Franklin Gothic Book" panose="020B0503020102020204" pitchFamily="34" charset="0"/>
              </a:rPr>
              <a:t>An Owner’s choice of project delivery system and procurement approach strongly influences project results.  These choices are among the first decisions an Owner makes on a project, and they form the foundation of how the project will be developed, procured, executed, and how the key stakeholders communicate and relate to each other.  In making these choices, it is critical for an Owner to consider the specific circumstances of each project, including the procurement options available to the Owner.  After thoroughly considering these issues, an Owner should make a strategic decision as to how to take full advantage of the many benefits that are inherent with each delivery system.  Considerations:</a:t>
            </a:r>
          </a:p>
          <a:p>
            <a:pPr>
              <a:buFont typeface="Wingdings" panose="05000000000000000000" pitchFamily="2" charset="2"/>
              <a:buChar char="Ø"/>
            </a:pPr>
            <a:r>
              <a:rPr lang="en-US" sz="1800" dirty="0">
                <a:solidFill>
                  <a:schemeClr val="bg1"/>
                </a:solidFill>
                <a:latin typeface="Franklin Gothic Book" panose="020B0503020102020204" pitchFamily="34" charset="0"/>
              </a:rPr>
              <a:t>An Owner should conduct a proactive and objective assessment of the unique characteristics of its program / project and its organization before deciding on a particular delivery system.</a:t>
            </a:r>
          </a:p>
          <a:p>
            <a:pPr>
              <a:buFont typeface="Wingdings" panose="05000000000000000000" pitchFamily="2" charset="2"/>
              <a:buChar char="Ø"/>
            </a:pPr>
            <a:r>
              <a:rPr lang="en-US" sz="1800" dirty="0">
                <a:solidFill>
                  <a:schemeClr val="bg1"/>
                </a:solidFill>
                <a:latin typeface="Franklin Gothic Book" panose="020B0503020102020204" pitchFamily="34" charset="0"/>
              </a:rPr>
              <a:t>An Owner should implement a procurement plan that enhances collaboration and other benefits of the delivery system and is in harmony with the reasons that the Owner chose the delivery system.</a:t>
            </a:r>
          </a:p>
          <a:p>
            <a:pPr>
              <a:buFont typeface="Wingdings" panose="05000000000000000000" pitchFamily="2" charset="2"/>
              <a:buChar char="Ø"/>
            </a:pPr>
            <a:r>
              <a:rPr lang="en-US" sz="1800" dirty="0">
                <a:solidFill>
                  <a:schemeClr val="bg1"/>
                </a:solidFill>
                <a:latin typeface="Franklin Gothic Book" panose="020B0503020102020204" pitchFamily="34" charset="0"/>
              </a:rPr>
              <a:t>An Owner using a competitive procurement that seeks a price and technical proposal should: establish a clear evaluation process; ensure that the process is fair, open, and transparent; and value both price and technical aspects in the selection process.</a:t>
            </a:r>
          </a:p>
          <a:p>
            <a:pPr>
              <a:buFont typeface="Wingdings" panose="05000000000000000000" pitchFamily="2" charset="2"/>
              <a:buChar char="Ø"/>
            </a:pPr>
            <a:r>
              <a:rPr lang="en-US" sz="1800" dirty="0">
                <a:solidFill>
                  <a:schemeClr val="bg1"/>
                </a:solidFill>
                <a:latin typeface="Franklin Gothic Book" panose="020B0503020102020204" pitchFamily="34" charset="0"/>
              </a:rPr>
              <a:t>All team members should be educated and trained on the chosen delivery process and be knowledgeable of the differences between it and other delivery systems.</a:t>
            </a:r>
          </a:p>
          <a:p>
            <a:pPr>
              <a:buFont typeface="Wingdings" panose="05000000000000000000" pitchFamily="2" charset="2"/>
              <a:buChar char="Ø"/>
            </a:pPr>
            <a:r>
              <a:rPr lang="en-US" sz="1800" dirty="0">
                <a:solidFill>
                  <a:schemeClr val="bg1"/>
                </a:solidFill>
                <a:latin typeface="Franklin Gothic Book" panose="020B0503020102020204" pitchFamily="34" charset="0"/>
              </a:rPr>
              <a:t>The project team should establish logistics and infrastructure to support the project delivery.</a:t>
            </a:r>
          </a:p>
          <a:p>
            <a:pPr>
              <a:buFont typeface="Wingdings" panose="05000000000000000000" pitchFamily="2" charset="2"/>
              <a:buChar char="Ø"/>
            </a:pPr>
            <a:r>
              <a:rPr lang="en-US" sz="1800" dirty="0">
                <a:solidFill>
                  <a:schemeClr val="bg1"/>
                </a:solidFill>
                <a:latin typeface="Franklin Gothic Book" panose="020B0503020102020204" pitchFamily="34" charset="0"/>
              </a:rPr>
              <a:t>The project team, at the outset, should establish processes to facilitate timely and effecting communication, collaboration, and issue resolution.</a:t>
            </a:r>
          </a:p>
          <a:p>
            <a:pPr>
              <a:buFont typeface="Wingdings" panose="05000000000000000000" pitchFamily="2" charset="2"/>
              <a:buChar char="Ø"/>
            </a:pPr>
            <a:endParaRPr lang="en-US" sz="1400" dirty="0">
              <a:solidFill>
                <a:schemeClr val="bg1"/>
              </a:solidFill>
              <a:latin typeface="Franklin Gothic Book" panose="020B0503020102020204" pitchFamily="34" charset="0"/>
            </a:endParaRPr>
          </a:p>
        </p:txBody>
      </p:sp>
      <p:pic>
        <p:nvPicPr>
          <p:cNvPr id="6" name="Picture 5">
            <a:extLst>
              <a:ext uri="{FF2B5EF4-FFF2-40B4-BE49-F238E27FC236}">
                <a16:creationId xmlns:a16="http://schemas.microsoft.com/office/drawing/2014/main" id="{E209B3E3-0AB4-9333-E188-803DB2331BE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189705" y="8444090"/>
            <a:ext cx="1448315" cy="815151"/>
          </a:xfrm>
          <a:prstGeom prst="rect">
            <a:avLst/>
          </a:prstGeom>
        </p:spPr>
      </p:pic>
      <p:sp>
        <p:nvSpPr>
          <p:cNvPr id="8" name="Title 1">
            <a:extLst>
              <a:ext uri="{FF2B5EF4-FFF2-40B4-BE49-F238E27FC236}">
                <a16:creationId xmlns:a16="http://schemas.microsoft.com/office/drawing/2014/main" id="{07FB0631-082D-5AB0-C4A4-7150EB967579}"/>
              </a:ext>
            </a:extLst>
          </p:cNvPr>
          <p:cNvSpPr txBox="1">
            <a:spLocks/>
          </p:cNvSpPr>
          <p:nvPr/>
        </p:nvSpPr>
        <p:spPr>
          <a:xfrm>
            <a:off x="677583" y="1440557"/>
            <a:ext cx="10061643" cy="436881"/>
          </a:xfrm>
          <a:prstGeom prst="rect">
            <a:avLst/>
          </a:prstGeom>
          <a:effectLst/>
        </p:spPr>
        <p:txBody>
          <a:bodyPr vert="horz" lIns="91440" tIns="45720" rIns="91440" bIns="45720" rtlCol="0" anchor="ctr">
            <a:noAutofit/>
          </a:bodyPr>
          <a:lstStyle>
            <a:lvl1pPr algn="l" defTabSz="670575" rtl="0" eaLnBrk="1" latinLnBrk="0" hangingPunct="1">
              <a:spcBef>
                <a:spcPct val="0"/>
              </a:spcBef>
              <a:buNone/>
              <a:defRPr sz="4693"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200" b="1" dirty="0">
                <a:solidFill>
                  <a:schemeClr val="bg1"/>
                </a:solidFill>
                <a:latin typeface="Franklin Gothic Book" panose="020B0503020102020204" pitchFamily="34" charset="0"/>
              </a:rPr>
              <a:t>DETERMINING EFFICIENT &amp; EFFECTIVE SOLUTIONS</a:t>
            </a:r>
          </a:p>
        </p:txBody>
      </p:sp>
    </p:spTree>
    <p:extLst>
      <p:ext uri="{BB962C8B-B14F-4D97-AF65-F5344CB8AC3E}">
        <p14:creationId xmlns:p14="http://schemas.microsoft.com/office/powerpoint/2010/main" val="42814521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gradFill rotWithShape="1">
          <a:gsLst>
            <a:gs pos="36000">
              <a:srgbClr val="357D95"/>
            </a:gs>
            <a:gs pos="100000">
              <a:schemeClr val="tx1"/>
            </a:gs>
          </a:gsLst>
          <a:lin ang="6120000" scaled="1"/>
        </a:gradFill>
        <a:effectLst/>
      </p:bgPr>
    </p:bg>
    <p:spTree>
      <p:nvGrpSpPr>
        <p:cNvPr id="1" name="">
          <a:extLst>
            <a:ext uri="{FF2B5EF4-FFF2-40B4-BE49-F238E27FC236}">
              <a16:creationId xmlns:a16="http://schemas.microsoft.com/office/drawing/2014/main" id="{1B0775FA-5D49-DD76-6A4C-5148B19DFE43}"/>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269478D-6725-200C-B631-7BD9BCAF1CF2}"/>
              </a:ext>
            </a:extLst>
          </p:cNvPr>
          <p:cNvSpPr>
            <a:spLocks noGrp="1"/>
          </p:cNvSpPr>
          <p:nvPr>
            <p:ph idx="1"/>
          </p:nvPr>
        </p:nvSpPr>
        <p:spPr>
          <a:xfrm>
            <a:off x="677583" y="2014095"/>
            <a:ext cx="11744638" cy="7245146"/>
          </a:xfrm>
        </p:spPr>
        <p:txBody>
          <a:bodyPr anchor="t">
            <a:normAutofit/>
          </a:bodyPr>
          <a:lstStyle/>
          <a:p>
            <a:pPr marL="0" indent="0">
              <a:buNone/>
            </a:pPr>
            <a:r>
              <a:rPr lang="en-US" sz="2000" dirty="0">
                <a:solidFill>
                  <a:schemeClr val="bg1"/>
                </a:solidFill>
                <a:latin typeface="Franklin Gothic Book" panose="020B0503020102020204" pitchFamily="34" charset="0"/>
              </a:rPr>
              <a:t>We have found that the following eleven steps are the most efficient and effective in developing and delivering projects.</a:t>
            </a:r>
          </a:p>
          <a:p>
            <a:pPr marL="0" indent="0">
              <a:buNone/>
            </a:pPr>
            <a:r>
              <a:rPr lang="en-US" sz="2000" b="1" dirty="0">
                <a:solidFill>
                  <a:schemeClr val="bg1"/>
                </a:solidFill>
                <a:latin typeface="Franklin Gothic Book" panose="020B0503020102020204" pitchFamily="34" charset="0"/>
              </a:rPr>
              <a:t>STEP ONE:</a:t>
            </a:r>
            <a:r>
              <a:rPr lang="en-US" sz="2000" dirty="0">
                <a:solidFill>
                  <a:schemeClr val="bg1"/>
                </a:solidFill>
                <a:latin typeface="Franklin Gothic Book" panose="020B0503020102020204" pitchFamily="34" charset="0"/>
              </a:rPr>
              <a:t>		Develop, identify, and understand the initial scope of work and project constraints</a:t>
            </a:r>
          </a:p>
          <a:p>
            <a:pPr marL="0" indent="0">
              <a:buNone/>
            </a:pPr>
            <a:r>
              <a:rPr lang="en-US" sz="2000" b="1" dirty="0">
                <a:solidFill>
                  <a:schemeClr val="bg1"/>
                </a:solidFill>
                <a:latin typeface="Franklin Gothic Book" panose="020B0503020102020204" pitchFamily="34" charset="0"/>
              </a:rPr>
              <a:t>STEP TWO:</a:t>
            </a:r>
            <a:r>
              <a:rPr lang="en-US" sz="2000" dirty="0">
                <a:solidFill>
                  <a:schemeClr val="bg1"/>
                </a:solidFill>
                <a:latin typeface="Franklin Gothic Book" panose="020B0503020102020204" pitchFamily="34" charset="0"/>
              </a:rPr>
              <a:t>		Discuss the level of involvement of each stakeholder</a:t>
            </a:r>
          </a:p>
          <a:p>
            <a:pPr marL="0" indent="0">
              <a:buNone/>
            </a:pPr>
            <a:r>
              <a:rPr lang="en-US" sz="2000" b="1" dirty="0">
                <a:solidFill>
                  <a:schemeClr val="bg1"/>
                </a:solidFill>
                <a:latin typeface="Franklin Gothic Book" panose="020B0503020102020204" pitchFamily="34" charset="0"/>
              </a:rPr>
              <a:t>STEP THREE:</a:t>
            </a:r>
            <a:r>
              <a:rPr lang="en-US" sz="2000" dirty="0">
                <a:solidFill>
                  <a:schemeClr val="bg1"/>
                </a:solidFill>
                <a:latin typeface="Franklin Gothic Book" panose="020B0503020102020204" pitchFamily="34" charset="0"/>
              </a:rPr>
              <a:t>	Select the appropriate team members and expectations</a:t>
            </a:r>
          </a:p>
          <a:p>
            <a:pPr marL="0" indent="0">
              <a:buNone/>
            </a:pPr>
            <a:r>
              <a:rPr lang="en-US" sz="2000" b="1" dirty="0">
                <a:solidFill>
                  <a:schemeClr val="bg1"/>
                </a:solidFill>
                <a:latin typeface="Franklin Gothic Book" panose="020B0503020102020204" pitchFamily="34" charset="0"/>
              </a:rPr>
              <a:t>STEP FOUR:</a:t>
            </a:r>
            <a:r>
              <a:rPr lang="en-US" sz="2000" dirty="0">
                <a:solidFill>
                  <a:schemeClr val="bg1"/>
                </a:solidFill>
                <a:latin typeface="Franklin Gothic Book" panose="020B0503020102020204" pitchFamily="34" charset="0"/>
              </a:rPr>
              <a:t>		Negotiate terms and finalize formal design agreement(s)</a:t>
            </a:r>
          </a:p>
          <a:p>
            <a:pPr marL="0" indent="0">
              <a:buNone/>
            </a:pPr>
            <a:r>
              <a:rPr lang="en-US" sz="2000" b="1" dirty="0">
                <a:solidFill>
                  <a:schemeClr val="bg1"/>
                </a:solidFill>
                <a:latin typeface="Franklin Gothic Book" panose="020B0503020102020204" pitchFamily="34" charset="0"/>
              </a:rPr>
              <a:t>STEP FIVE:	</a:t>
            </a:r>
            <a:r>
              <a:rPr lang="en-US" sz="2000" dirty="0">
                <a:solidFill>
                  <a:schemeClr val="bg1"/>
                </a:solidFill>
                <a:latin typeface="Franklin Gothic Book" panose="020B0503020102020204" pitchFamily="34" charset="0"/>
              </a:rPr>
              <a:t>	Develop the design</a:t>
            </a:r>
          </a:p>
          <a:p>
            <a:pPr marL="0" indent="0">
              <a:buNone/>
            </a:pPr>
            <a:r>
              <a:rPr lang="en-US" sz="2000" b="1" dirty="0">
                <a:solidFill>
                  <a:schemeClr val="bg1"/>
                </a:solidFill>
                <a:latin typeface="Franklin Gothic Book" panose="020B0503020102020204" pitchFamily="34" charset="0"/>
              </a:rPr>
              <a:t>STEP SIX:	</a:t>
            </a:r>
            <a:r>
              <a:rPr lang="en-US" sz="2000" dirty="0">
                <a:solidFill>
                  <a:schemeClr val="bg1"/>
                </a:solidFill>
                <a:latin typeface="Franklin Gothic Book" panose="020B0503020102020204" pitchFamily="34" charset="0"/>
              </a:rPr>
              <a:t>	Process documents through the Authority Having Jurisdiction [City, County, State, Federal]</a:t>
            </a:r>
          </a:p>
          <a:p>
            <a:pPr marL="0" indent="0">
              <a:buNone/>
            </a:pPr>
            <a:r>
              <a:rPr lang="en-US" sz="2000" b="1" dirty="0">
                <a:solidFill>
                  <a:schemeClr val="bg1"/>
                </a:solidFill>
                <a:latin typeface="Franklin Gothic Book" panose="020B0503020102020204" pitchFamily="34" charset="0"/>
              </a:rPr>
              <a:t>STEP SEVEN:</a:t>
            </a:r>
            <a:r>
              <a:rPr lang="en-US" sz="2000" dirty="0">
                <a:solidFill>
                  <a:schemeClr val="bg1"/>
                </a:solidFill>
                <a:latin typeface="Franklin Gothic Book" panose="020B0503020102020204" pitchFamily="34" charset="0"/>
              </a:rPr>
              <a:t>	Negotiate terms and finalize for construction agreement(s)</a:t>
            </a:r>
          </a:p>
          <a:p>
            <a:pPr marL="0" indent="0">
              <a:buNone/>
            </a:pPr>
            <a:r>
              <a:rPr lang="en-US" sz="2000" b="1" dirty="0">
                <a:solidFill>
                  <a:schemeClr val="bg1"/>
                </a:solidFill>
                <a:latin typeface="Franklin Gothic Book" panose="020B0503020102020204" pitchFamily="34" charset="0"/>
              </a:rPr>
              <a:t>STEP EIGHT:</a:t>
            </a:r>
            <a:r>
              <a:rPr lang="en-US" sz="2000" dirty="0">
                <a:solidFill>
                  <a:schemeClr val="bg1"/>
                </a:solidFill>
                <a:latin typeface="Franklin Gothic Book" panose="020B0503020102020204" pitchFamily="34" charset="0"/>
              </a:rPr>
              <a:t>		Develop detailed project specific documentation [Permits, Estimates, Schedules]</a:t>
            </a:r>
          </a:p>
          <a:p>
            <a:pPr marL="0" indent="0">
              <a:buNone/>
            </a:pPr>
            <a:r>
              <a:rPr lang="en-US" sz="2000" b="1" dirty="0">
                <a:solidFill>
                  <a:schemeClr val="bg1"/>
                </a:solidFill>
                <a:latin typeface="Franklin Gothic Book" panose="020B0503020102020204" pitchFamily="34" charset="0"/>
              </a:rPr>
              <a:t>STEP NINE:</a:t>
            </a:r>
            <a:r>
              <a:rPr lang="en-US" sz="2000" dirty="0">
                <a:solidFill>
                  <a:schemeClr val="bg1"/>
                </a:solidFill>
                <a:latin typeface="Franklin Gothic Book" panose="020B0503020102020204" pitchFamily="34" charset="0"/>
              </a:rPr>
              <a:t>		Manage production and installation of construction with a focus on quality and safety</a:t>
            </a:r>
          </a:p>
          <a:p>
            <a:pPr marL="0" indent="0">
              <a:buNone/>
            </a:pPr>
            <a:r>
              <a:rPr lang="en-US" sz="2000" b="1" dirty="0">
                <a:solidFill>
                  <a:schemeClr val="bg1"/>
                </a:solidFill>
                <a:latin typeface="Franklin Gothic Book" panose="020B0503020102020204" pitchFamily="34" charset="0"/>
              </a:rPr>
              <a:t>STEP TEN:</a:t>
            </a:r>
            <a:r>
              <a:rPr lang="en-US" sz="2000" dirty="0">
                <a:solidFill>
                  <a:schemeClr val="bg1"/>
                </a:solidFill>
                <a:latin typeface="Franklin Gothic Book" panose="020B0503020102020204" pitchFamily="34" charset="0"/>
              </a:rPr>
              <a:t>		Close out</a:t>
            </a:r>
          </a:p>
          <a:p>
            <a:pPr marL="0" indent="0">
              <a:buNone/>
            </a:pPr>
            <a:r>
              <a:rPr lang="en-US" sz="2000" b="1" dirty="0">
                <a:solidFill>
                  <a:schemeClr val="bg1"/>
                </a:solidFill>
                <a:latin typeface="Franklin Gothic Book" panose="020B0503020102020204" pitchFamily="34" charset="0"/>
              </a:rPr>
              <a:t>STEP ELEVEN:</a:t>
            </a:r>
            <a:r>
              <a:rPr lang="en-US" sz="2000" dirty="0">
                <a:solidFill>
                  <a:schemeClr val="bg1"/>
                </a:solidFill>
                <a:latin typeface="Franklin Gothic Book" panose="020B0503020102020204" pitchFamily="34" charset="0"/>
              </a:rPr>
              <a:t>	Operational training and licensing</a:t>
            </a:r>
          </a:p>
        </p:txBody>
      </p:sp>
      <p:pic>
        <p:nvPicPr>
          <p:cNvPr id="6" name="Picture 5">
            <a:extLst>
              <a:ext uri="{FF2B5EF4-FFF2-40B4-BE49-F238E27FC236}">
                <a16:creationId xmlns:a16="http://schemas.microsoft.com/office/drawing/2014/main" id="{B59943D8-1581-6079-1037-52B70955511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189705" y="8444090"/>
            <a:ext cx="1448315" cy="815151"/>
          </a:xfrm>
          <a:prstGeom prst="rect">
            <a:avLst/>
          </a:prstGeom>
        </p:spPr>
      </p:pic>
      <p:sp>
        <p:nvSpPr>
          <p:cNvPr id="8" name="Title 1">
            <a:extLst>
              <a:ext uri="{FF2B5EF4-FFF2-40B4-BE49-F238E27FC236}">
                <a16:creationId xmlns:a16="http://schemas.microsoft.com/office/drawing/2014/main" id="{ECCD81ED-93FB-A4C0-E0DB-113EA222BCBA}"/>
              </a:ext>
            </a:extLst>
          </p:cNvPr>
          <p:cNvSpPr txBox="1">
            <a:spLocks/>
          </p:cNvSpPr>
          <p:nvPr/>
        </p:nvSpPr>
        <p:spPr>
          <a:xfrm>
            <a:off x="677583" y="1440557"/>
            <a:ext cx="10061643" cy="436881"/>
          </a:xfrm>
          <a:prstGeom prst="rect">
            <a:avLst/>
          </a:prstGeom>
          <a:effectLst/>
        </p:spPr>
        <p:txBody>
          <a:bodyPr vert="horz" lIns="91440" tIns="45720" rIns="91440" bIns="45720" rtlCol="0" anchor="ctr">
            <a:noAutofit/>
          </a:bodyPr>
          <a:lstStyle>
            <a:lvl1pPr algn="l" defTabSz="670575" rtl="0" eaLnBrk="1" latinLnBrk="0" hangingPunct="1">
              <a:spcBef>
                <a:spcPct val="0"/>
              </a:spcBef>
              <a:buNone/>
              <a:defRPr sz="4693"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200" b="1" dirty="0">
                <a:solidFill>
                  <a:schemeClr val="bg1"/>
                </a:solidFill>
                <a:latin typeface="Franklin Gothic Book" panose="020B0503020102020204" pitchFamily="34" charset="0"/>
              </a:rPr>
              <a:t>EFFICIENT &amp; EFFECTIVE SOLUTION</a:t>
            </a:r>
          </a:p>
        </p:txBody>
      </p:sp>
    </p:spTree>
    <p:extLst>
      <p:ext uri="{BB962C8B-B14F-4D97-AF65-F5344CB8AC3E}">
        <p14:creationId xmlns:p14="http://schemas.microsoft.com/office/powerpoint/2010/main" val="42066119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gradFill rotWithShape="1">
          <a:gsLst>
            <a:gs pos="36000">
              <a:srgbClr val="357D95"/>
            </a:gs>
            <a:gs pos="100000">
              <a:schemeClr val="tx1"/>
            </a:gs>
          </a:gsLst>
          <a:lin ang="6120000" scaled="1"/>
        </a:gradFill>
        <a:effectLst/>
      </p:bgPr>
    </p:bg>
    <p:spTree>
      <p:nvGrpSpPr>
        <p:cNvPr id="1" name="">
          <a:extLst>
            <a:ext uri="{FF2B5EF4-FFF2-40B4-BE49-F238E27FC236}">
              <a16:creationId xmlns:a16="http://schemas.microsoft.com/office/drawing/2014/main" id="{F6B426B2-D509-248A-6677-A1CA190B04E1}"/>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C4F4B85-D70C-B1AE-7A65-8E9707CCA887}"/>
              </a:ext>
            </a:extLst>
          </p:cNvPr>
          <p:cNvSpPr>
            <a:spLocks noGrp="1"/>
          </p:cNvSpPr>
          <p:nvPr>
            <p:ph idx="1"/>
          </p:nvPr>
        </p:nvSpPr>
        <p:spPr>
          <a:xfrm>
            <a:off x="677583" y="2014095"/>
            <a:ext cx="11744638" cy="7245146"/>
          </a:xfrm>
        </p:spPr>
        <p:txBody>
          <a:bodyPr anchor="t">
            <a:normAutofit/>
          </a:bodyPr>
          <a:lstStyle/>
          <a:p>
            <a:pPr marL="0" indent="0">
              <a:buNone/>
            </a:pPr>
            <a:r>
              <a:rPr lang="en-US" sz="2000" dirty="0">
                <a:solidFill>
                  <a:schemeClr val="bg1"/>
                </a:solidFill>
                <a:latin typeface="Franklin Gothic Book" panose="020B0503020102020204" pitchFamily="34" charset="0"/>
              </a:rPr>
              <a:t>At The Howell Group, we provide services from concept to completion and are accustomed to overseeing and managing a single or multiple projects as part of an overall program.</a:t>
            </a:r>
          </a:p>
          <a:p>
            <a:pPr marL="0" indent="0">
              <a:buNone/>
            </a:pPr>
            <a:r>
              <a:rPr lang="en-US" sz="2000" b="1" dirty="0">
                <a:solidFill>
                  <a:schemeClr val="bg1"/>
                </a:solidFill>
                <a:latin typeface="Franklin Gothic Book" panose="020B0503020102020204" pitchFamily="34" charset="0"/>
              </a:rPr>
              <a:t>Program Management.</a:t>
            </a:r>
            <a:r>
              <a:rPr lang="en-US" sz="2000" dirty="0">
                <a:solidFill>
                  <a:schemeClr val="bg1"/>
                </a:solidFill>
                <a:latin typeface="Franklin Gothic Book" panose="020B0503020102020204" pitchFamily="34" charset="0"/>
              </a:rPr>
              <a:t> Is the process of managing several related projects in a coordinated manner with oversight of and focus on the client’s purpose.</a:t>
            </a:r>
          </a:p>
          <a:p>
            <a:pPr marL="0" indent="0">
              <a:buNone/>
            </a:pPr>
            <a:r>
              <a:rPr lang="en-US" sz="2000" b="1" dirty="0">
                <a:solidFill>
                  <a:schemeClr val="bg1"/>
                </a:solidFill>
                <a:latin typeface="Franklin Gothic Book" panose="020B0503020102020204" pitchFamily="34" charset="0"/>
              </a:rPr>
              <a:t>Design Management.</a:t>
            </a:r>
            <a:r>
              <a:rPr lang="en-US" sz="2000" dirty="0">
                <a:solidFill>
                  <a:schemeClr val="bg1"/>
                </a:solidFill>
                <a:latin typeface="Franklin Gothic Book" panose="020B0503020102020204" pitchFamily="34" charset="0"/>
              </a:rPr>
              <a:t> Is the process of managing the development of a project’s design with a focus on the client’s needs regarding duration, milestones, and cost.</a:t>
            </a:r>
          </a:p>
          <a:p>
            <a:pPr marL="0" indent="0">
              <a:buNone/>
            </a:pPr>
            <a:r>
              <a:rPr lang="en-US" sz="2000" b="1" dirty="0">
                <a:solidFill>
                  <a:schemeClr val="bg1"/>
                </a:solidFill>
                <a:latin typeface="Franklin Gothic Book" panose="020B0503020102020204" pitchFamily="34" charset="0"/>
              </a:rPr>
              <a:t>Construction Management.</a:t>
            </a:r>
            <a:r>
              <a:rPr lang="en-US" sz="2000" dirty="0">
                <a:solidFill>
                  <a:schemeClr val="bg1"/>
                </a:solidFill>
                <a:latin typeface="Franklin Gothic Book" panose="020B0503020102020204" pitchFamily="34" charset="0"/>
              </a:rPr>
              <a:t> Is the process of managing the overall construction with a focus on scope of work, quality, schedule, cost, safety, and function.</a:t>
            </a:r>
          </a:p>
          <a:p>
            <a:pPr marL="0" indent="0">
              <a:buNone/>
            </a:pPr>
            <a:r>
              <a:rPr lang="en-US" sz="2000" b="1" dirty="0">
                <a:solidFill>
                  <a:schemeClr val="bg1"/>
                </a:solidFill>
                <a:latin typeface="Franklin Gothic Book" panose="020B0503020102020204" pitchFamily="34" charset="0"/>
              </a:rPr>
              <a:t>Contract Management.</a:t>
            </a:r>
            <a:r>
              <a:rPr lang="en-US" sz="2000" dirty="0">
                <a:solidFill>
                  <a:schemeClr val="bg1"/>
                </a:solidFill>
                <a:latin typeface="Franklin Gothic Book" panose="020B0503020102020204" pitchFamily="34" charset="0"/>
              </a:rPr>
              <a:t> Is a process by which we generate and negotiate on the client’s behalf to determine the most effective contract agreement.</a:t>
            </a:r>
          </a:p>
          <a:p>
            <a:pPr marL="0" indent="0">
              <a:buNone/>
            </a:pPr>
            <a:r>
              <a:rPr lang="en-US" sz="2000" b="1" dirty="0">
                <a:solidFill>
                  <a:schemeClr val="bg1"/>
                </a:solidFill>
                <a:latin typeface="Franklin Gothic Book" panose="020B0503020102020204" pitchFamily="34" charset="0"/>
              </a:rPr>
              <a:t>Financial Management.</a:t>
            </a:r>
            <a:r>
              <a:rPr lang="en-US" sz="2000" dirty="0">
                <a:solidFill>
                  <a:schemeClr val="bg1"/>
                </a:solidFill>
                <a:latin typeface="Franklin Gothic Book" panose="020B0503020102020204" pitchFamily="34" charset="0"/>
              </a:rPr>
              <a:t> We have partnered with a capital financial advisor and are able to provide financial solutions, including; mergers &amp; acquisitions, direct investment, private equity, private debt, collateralized funding, divestitures, strategic alliances, recapitalization &amp; refinancing, management buyouts, grants, and alternative financing (equipment leasing and energy-as-a-service)</a:t>
            </a:r>
          </a:p>
          <a:p>
            <a:pPr marL="0" indent="0">
              <a:buNone/>
            </a:pPr>
            <a:endParaRPr lang="en-US" sz="2000" b="1" dirty="0">
              <a:solidFill>
                <a:schemeClr val="bg1"/>
              </a:solidFill>
              <a:latin typeface="Franklin Gothic Book" panose="020B0503020102020204" pitchFamily="34" charset="0"/>
            </a:endParaRPr>
          </a:p>
          <a:p>
            <a:pPr marL="0" indent="0" algn="ctr">
              <a:buNone/>
            </a:pPr>
            <a:r>
              <a:rPr lang="en-US" sz="2000" b="1" dirty="0">
                <a:solidFill>
                  <a:schemeClr val="bg1"/>
                </a:solidFill>
                <a:latin typeface="Franklin Gothic Book" panose="020B0503020102020204" pitchFamily="34" charset="0"/>
              </a:rPr>
              <a:t>The Howell Group, LLC</a:t>
            </a:r>
          </a:p>
          <a:p>
            <a:pPr marL="0" indent="0" algn="ctr">
              <a:buNone/>
            </a:pPr>
            <a:r>
              <a:rPr lang="en-US" sz="2000" b="1" dirty="0">
                <a:solidFill>
                  <a:schemeClr val="bg1"/>
                </a:solidFill>
                <a:latin typeface="Franklin Gothic Book" panose="020B0503020102020204" pitchFamily="34" charset="0"/>
                <a:hlinkClick r:id="rId2"/>
              </a:rPr>
              <a:t>info@thehowellgroup.co</a:t>
            </a:r>
            <a:r>
              <a:rPr lang="en-US" sz="2000" b="1" dirty="0">
                <a:solidFill>
                  <a:schemeClr val="bg1"/>
                </a:solidFill>
                <a:latin typeface="Franklin Gothic Book" panose="020B0503020102020204" pitchFamily="34" charset="0"/>
              </a:rPr>
              <a:t>  949-610-5111</a:t>
            </a:r>
          </a:p>
        </p:txBody>
      </p:sp>
      <p:pic>
        <p:nvPicPr>
          <p:cNvPr id="6" name="Picture 5">
            <a:extLst>
              <a:ext uri="{FF2B5EF4-FFF2-40B4-BE49-F238E27FC236}">
                <a16:creationId xmlns:a16="http://schemas.microsoft.com/office/drawing/2014/main" id="{55F252D2-46ED-3812-5C05-881E44BABBA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189705" y="8444090"/>
            <a:ext cx="1448315" cy="815151"/>
          </a:xfrm>
          <a:prstGeom prst="rect">
            <a:avLst/>
          </a:prstGeom>
        </p:spPr>
      </p:pic>
      <p:sp>
        <p:nvSpPr>
          <p:cNvPr id="8" name="Title 1">
            <a:extLst>
              <a:ext uri="{FF2B5EF4-FFF2-40B4-BE49-F238E27FC236}">
                <a16:creationId xmlns:a16="http://schemas.microsoft.com/office/drawing/2014/main" id="{A4AF97C9-3E2F-AE9C-DF0E-23563449525F}"/>
              </a:ext>
            </a:extLst>
          </p:cNvPr>
          <p:cNvSpPr txBox="1">
            <a:spLocks/>
          </p:cNvSpPr>
          <p:nvPr/>
        </p:nvSpPr>
        <p:spPr>
          <a:xfrm>
            <a:off x="677583" y="1440557"/>
            <a:ext cx="10061643" cy="436881"/>
          </a:xfrm>
          <a:prstGeom prst="rect">
            <a:avLst/>
          </a:prstGeom>
          <a:effectLst/>
        </p:spPr>
        <p:txBody>
          <a:bodyPr vert="horz" lIns="91440" tIns="45720" rIns="91440" bIns="45720" rtlCol="0" anchor="ctr">
            <a:noAutofit/>
          </a:bodyPr>
          <a:lstStyle>
            <a:lvl1pPr algn="l" defTabSz="670575" rtl="0" eaLnBrk="1" latinLnBrk="0" hangingPunct="1">
              <a:spcBef>
                <a:spcPct val="0"/>
              </a:spcBef>
              <a:buNone/>
              <a:defRPr sz="4693"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200" b="1" dirty="0">
                <a:solidFill>
                  <a:schemeClr val="bg1"/>
                </a:solidFill>
                <a:latin typeface="Franklin Gothic Book" panose="020B0503020102020204" pitchFamily="34" charset="0"/>
              </a:rPr>
              <a:t>THE HOWELL GROUP - SERVICES</a:t>
            </a:r>
          </a:p>
        </p:txBody>
      </p:sp>
    </p:spTree>
    <p:extLst>
      <p:ext uri="{BB962C8B-B14F-4D97-AF65-F5344CB8AC3E}">
        <p14:creationId xmlns:p14="http://schemas.microsoft.com/office/powerpoint/2010/main" val="1712531052"/>
      </p:ext>
    </p:extLst>
  </p:cSld>
  <p:clrMapOvr>
    <a:masterClrMapping/>
  </p:clrMapOvr>
</p:sld>
</file>

<file path=ppt/theme/theme1.xml><?xml version="1.0" encoding="utf-8"?>
<a:theme xmlns:a="http://schemas.openxmlformats.org/drawingml/2006/main" name="Slice">
  <a:themeElements>
    <a:clrScheme name="Slice">
      <a:dk1>
        <a:sysClr val="windowText" lastClr="000000"/>
      </a:dk1>
      <a:lt1>
        <a:sysClr val="window" lastClr="FFFFFF"/>
      </a:lt1>
      <a:dk2>
        <a:srgbClr val="146194"/>
      </a:dk2>
      <a:lt2>
        <a:srgbClr val="76DBF4"/>
      </a:lt2>
      <a:accent1>
        <a:srgbClr val="052F61"/>
      </a:accent1>
      <a:accent2>
        <a:srgbClr val="A50E82"/>
      </a:accent2>
      <a:accent3>
        <a:srgbClr val="14967C"/>
      </a:accent3>
      <a:accent4>
        <a:srgbClr val="6A9E1F"/>
      </a:accent4>
      <a:accent5>
        <a:srgbClr val="E87D37"/>
      </a:accent5>
      <a:accent6>
        <a:srgbClr val="C62324"/>
      </a:accent6>
      <a:hlink>
        <a:srgbClr val="0D2E46"/>
      </a:hlink>
      <a:folHlink>
        <a:srgbClr val="356A95"/>
      </a:folHlink>
    </a:clrScheme>
    <a:fontScheme name="Slice">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Slice">
      <a:fillStyleLst>
        <a:solidFill>
          <a:schemeClr val="phClr"/>
        </a:solidFill>
        <a:gradFill rotWithShape="1">
          <a:gsLst>
            <a:gs pos="0">
              <a:schemeClr val="phClr">
                <a:tint val="62000"/>
                <a:hueMod val="94000"/>
                <a:satMod val="140000"/>
                <a:lumMod val="110000"/>
              </a:schemeClr>
            </a:gs>
            <a:gs pos="100000">
              <a:schemeClr val="phClr">
                <a:tint val="84000"/>
                <a:satMod val="160000"/>
              </a:schemeClr>
            </a:gs>
          </a:gsLst>
          <a:lin ang="5400000" scaled="0"/>
        </a:gradFill>
        <a:gradFill rotWithShape="1">
          <a:gsLst>
            <a:gs pos="0">
              <a:schemeClr val="phClr">
                <a:tint val="98000"/>
                <a:hueMod val="94000"/>
                <a:satMod val="130000"/>
                <a:lumMod val="138000"/>
              </a:schemeClr>
            </a:gs>
            <a:gs pos="100000">
              <a:schemeClr val="phClr">
                <a:shade val="94000"/>
                <a:lumMod val="88000"/>
              </a:schemeClr>
            </a:gs>
          </a:gsLst>
          <a:lin ang="5400000" scaled="0"/>
        </a:gradFill>
      </a:fillStyleLst>
      <a:lnStyleLst>
        <a:ln w="9525" cap="rnd" cmpd="sng" algn="ctr">
          <a:solidFill>
            <a:schemeClr val="phClr">
              <a:tint val="76000"/>
              <a:alpha val="60000"/>
              <a:hueMod val="94000"/>
            </a:schemeClr>
          </a:solidFill>
          <a:prstDash val="solid"/>
        </a:ln>
        <a:ln w="12700" cap="rnd" cmpd="sng" algn="ctr">
          <a:solidFill>
            <a:schemeClr val="phClr">
              <a:hueMod val="94000"/>
            </a:schemeClr>
          </a:solidFill>
          <a:prstDash val="solid"/>
        </a:ln>
        <a:ln w="28575" cap="rnd"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50800" dist="38100" dir="5400000" rotWithShape="0">
              <a:srgbClr val="000000">
                <a:alpha val="46000"/>
              </a:srgbClr>
            </a:outerShdw>
          </a:effectLst>
          <a:scene3d>
            <a:camera prst="orthographicFront">
              <a:rot lat="0" lon="0" rev="0"/>
            </a:camera>
            <a:lightRig rig="threePt" dir="t"/>
          </a:scene3d>
          <a:sp3d prstMaterial="plastic">
            <a:bevelT w="25400" h="25400"/>
          </a:sp3d>
        </a:effectStyle>
      </a:effectStyleLst>
      <a:bgFillStyleLst>
        <a:solidFill>
          <a:schemeClr val="phClr"/>
        </a:solidFill>
        <a:gradFill rotWithShape="1">
          <a:gsLst>
            <a:gs pos="10000">
              <a:schemeClr val="phClr">
                <a:tint val="97000"/>
                <a:hueMod val="92000"/>
                <a:satMod val="169000"/>
                <a:lumMod val="164000"/>
              </a:schemeClr>
            </a:gs>
            <a:gs pos="100000">
              <a:schemeClr val="phClr">
                <a:shade val="96000"/>
                <a:satMod val="120000"/>
                <a:lumMod val="90000"/>
              </a:schemeClr>
            </a:gs>
          </a:gsLst>
          <a:lin ang="6120000" scaled="1"/>
        </a:gradFill>
        <a:gradFill rotWithShape="1">
          <a:gsLst>
            <a:gs pos="0">
              <a:schemeClr val="phClr">
                <a:tint val="97000"/>
                <a:hueMod val="92000"/>
                <a:satMod val="169000"/>
                <a:lumMod val="164000"/>
              </a:schemeClr>
            </a:gs>
            <a:gs pos="100000">
              <a:schemeClr val="phClr">
                <a:shade val="96000"/>
                <a:satMod val="120000"/>
                <a:lumMod val="90000"/>
              </a:schemeClr>
            </a:gs>
          </a:gsLst>
          <a:path path="circle">
            <a:fillToRect b="100000"/>
          </a:path>
        </a:gradFill>
      </a:bgFillStyleLst>
    </a:fmtScheme>
  </a:themeElements>
  <a:objectDefaults/>
  <a:extraClrSchemeLst/>
  <a:extLst>
    <a:ext uri="{05A4C25C-085E-4340-85A3-A5531E510DB2}">
      <thm15:themeFamily xmlns:thm15="http://schemas.microsoft.com/office/thememl/2012/main" name="Slice" id="{0507925B-6AC9-4358-8E18-C330545D08F8}" vid="{13FEC7C6-62A9-40C4-99D2-581AACACAA2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Slice</Template>
  <TotalTime>26811</TotalTime>
  <Words>2182</Words>
  <Application>Microsoft Office PowerPoint</Application>
  <PresentationFormat>Custom</PresentationFormat>
  <Paragraphs>147</Paragraphs>
  <Slides>14</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Aptos</vt:lpstr>
      <vt:lpstr>Century Gothic</vt:lpstr>
      <vt:lpstr>Franklin Gothic Book</vt:lpstr>
      <vt:lpstr>Wingdings</vt:lpstr>
      <vt:lpstr>Wingdings 3</vt:lpstr>
      <vt:lpstr>Slice</vt:lpstr>
      <vt:lpstr>Creating Solutions for our healthcare clients</vt:lpstr>
      <vt:lpstr>Facility owners and operator challenges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Marc Howell</dc:creator>
  <cp:lastModifiedBy>Marc Howell</cp:lastModifiedBy>
  <cp:revision>7</cp:revision>
  <cp:lastPrinted>2026-07-15T19:53:43Z</cp:lastPrinted>
  <dcterms:created xsi:type="dcterms:W3CDTF">2026-03-25T20:42:07Z</dcterms:created>
  <dcterms:modified xsi:type="dcterms:W3CDTF">2026-07-15T20:38:05Z</dcterms:modified>
</cp:coreProperties>
</file>